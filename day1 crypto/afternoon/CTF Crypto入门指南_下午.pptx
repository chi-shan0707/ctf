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411" r:id="rId3"/>
    <p:sldId id="410" r:id="rId4"/>
    <p:sldId id="412" r:id="rId5"/>
    <p:sldId id="413" r:id="rId6"/>
    <p:sldId id="414" r:id="rId7"/>
    <p:sldId id="415" r:id="rId8"/>
    <p:sldId id="416" r:id="rId9"/>
    <p:sldId id="417" r:id="rId10"/>
    <p:sldId id="418" r:id="rId11"/>
    <p:sldId id="419" r:id="rId12"/>
    <p:sldId id="427" r:id="rId13"/>
    <p:sldId id="428" r:id="rId14"/>
    <p:sldId id="424" r:id="rId15"/>
    <p:sldId id="425" r:id="rId16"/>
    <p:sldId id="426" r:id="rId17"/>
    <p:sldId id="429" r:id="rId18"/>
    <p:sldId id="434" r:id="rId19"/>
    <p:sldId id="432" r:id="rId20"/>
    <p:sldId id="433" r:id="rId21"/>
    <p:sldId id="435" r:id="rId22"/>
    <p:sldId id="436" r:id="rId23"/>
    <p:sldId id="437" r:id="rId24"/>
    <p:sldId id="438" r:id="rId25"/>
    <p:sldId id="420" r:id="rId26"/>
    <p:sldId id="421" r:id="rId27"/>
    <p:sldId id="422" r:id="rId28"/>
    <p:sldId id="441" r:id="rId29"/>
    <p:sldId id="442" r:id="rId30"/>
    <p:sldId id="443" r:id="rId31"/>
    <p:sldId id="444" r:id="rId32"/>
    <p:sldId id="445" r:id="rId33"/>
    <p:sldId id="446" r:id="rId34"/>
    <p:sldId id="447" r:id="rId35"/>
    <p:sldId id="448" r:id="rId36"/>
    <p:sldId id="449" r:id="rId37"/>
    <p:sldId id="450" r:id="rId38"/>
    <p:sldId id="451" r:id="rId39"/>
    <p:sldId id="452" r:id="rId40"/>
    <p:sldId id="464" r:id="rId41"/>
    <p:sldId id="466" r:id="rId42"/>
    <p:sldId id="453" r:id="rId43"/>
    <p:sldId id="454" r:id="rId44"/>
    <p:sldId id="463" r:id="rId45"/>
    <p:sldId id="468" r:id="rId46"/>
    <p:sldId id="455" r:id="rId47"/>
    <p:sldId id="462" r:id="rId48"/>
    <p:sldId id="459" r:id="rId49"/>
    <p:sldId id="460" r:id="rId50"/>
    <p:sldId id="467" r:id="rId5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9D9D9"/>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p:cViewPr varScale="1">
        <p:scale>
          <a:sx n="99" d="100"/>
          <a:sy n="99" d="100"/>
        </p:scale>
        <p:origin x="84" y="582"/>
      </p:cViewPr>
      <p:guideLst>
        <p:guide orient="horz" pos="2160"/>
        <p:guide pos="3837"/>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4" Type="http://schemas.openxmlformats.org/officeDocument/2006/relationships/tableStyles" Target="tableStyles.xml"/><Relationship Id="rId53" Type="http://schemas.openxmlformats.org/officeDocument/2006/relationships/viewProps" Target="viewProps.xml"/><Relationship Id="rId52" Type="http://schemas.openxmlformats.org/officeDocument/2006/relationships/presProps" Target="presProps.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2"/>
            </p:custDataLst>
          </p:nvPr>
        </p:nvSpPr>
        <p:spPr>
          <a:xfrm>
            <a:off x="1198800" y="914400"/>
            <a:ext cx="9799200" cy="2570400"/>
          </a:xfrm>
        </p:spPr>
        <p:txBody>
          <a:bodyPr lIns="90000" tIns="46800" rIns="90000" bIns="46800" anchor="b" anchorCtr="0">
            <a:normAutofit/>
          </a:bodyPr>
          <a:lstStyle>
            <a:lvl1pPr algn="ctr">
              <a:defRPr sz="6000" b="1" i="0" spc="300" baseline="0">
                <a:solidFill>
                  <a:schemeClr val="tx1">
                    <a:lumMod val="85000"/>
                    <a:lumOff val="15000"/>
                  </a:schemeClr>
                </a:solidFill>
                <a:effectLst/>
              </a:defRPr>
            </a:lvl1pPr>
          </a:lstStyle>
          <a:p>
            <a:r>
              <a:rPr lang="zh-CN" altLang="en-US" dirty="0"/>
              <a:t>单击此处编辑标题</a:t>
            </a:r>
            <a:endParaRPr lang="zh-CN" altLang="en-US" dirty="0"/>
          </a:p>
        </p:txBody>
      </p:sp>
      <p:sp>
        <p:nvSpPr>
          <p:cNvPr id="3" name="副标题 2"/>
          <p:cNvSpPr>
            <a:spLocks noGrp="1"/>
          </p:cNvSpPr>
          <p:nvPr>
            <p:ph type="subTitle" idx="1" hasCustomPrompt="1"/>
            <p:custDataLst>
              <p:tags r:id="rId3"/>
            </p:custDataLst>
          </p:nvPr>
        </p:nvSpPr>
        <p:spPr>
          <a:xfrm>
            <a:off x="1198800" y="3560400"/>
            <a:ext cx="9799200" cy="1472400"/>
          </a:xfrm>
        </p:spPr>
        <p:txBody>
          <a:bodyPr lIns="90000" tIns="46800" rIns="90000" bIns="46800">
            <a:normAutofit/>
          </a:bodyPr>
          <a:lstStyle>
            <a:lvl1pPr marL="0" indent="0" algn="ctr" eaLnBrk="1" fontAlgn="auto" latinLnBrk="0" hangingPunct="1">
              <a:lnSpc>
                <a:spcPct val="110000"/>
              </a:lnSpc>
              <a:buNone/>
              <a:defRPr sz="2400" u="none" strike="noStrike" kern="1200" cap="none" spc="200" normalizeH="0" baseline="0">
                <a:solidFill>
                  <a:schemeClr val="tx1">
                    <a:lumMod val="65000"/>
                    <a:lumOff val="35000"/>
                  </a:schemeClr>
                </a:solidFill>
                <a:uFillTx/>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lvl1pPr marL="0" marR="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8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b="1" i="0" u="none" strike="noStrike" kern="1200" cap="none" spc="300" normalizeH="0" baseline="0">
                <a:solidFill>
                  <a:schemeClr val="tx1">
                    <a:lumMod val="85000"/>
                    <a:lumOff val="15000"/>
                  </a:schemeClr>
                </a:solidFill>
                <a:effectLst/>
                <a:uFillTx/>
              </a:defRPr>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eaLnBrk="1" fontAlgn="auto" latinLnBrk="0" hangingPunct="1">
              <a:lnSpc>
                <a:spcPct val="130000"/>
              </a:lnSpc>
              <a:buNone/>
              <a:defRPr kumimoji="0" lang="zh-CN" altLang="en-US" sz="1800" b="0" i="0" u="none" strike="noStrike" kern="1200" cap="none" spc="150" normalizeH="0" baseline="0" noProof="1">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lvl1pPr marL="0" marR="0" lvl="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lvl1pPr marL="228600" indent="-228600" eaLnBrk="1" fontAlgn="auto" latinLnBrk="0" hangingPunct="1">
              <a:lnSpc>
                <a:spcPct val="130000"/>
              </a:lnSpc>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defRPr>
            </a:lvl1pPr>
            <a:lvl2pPr marL="685800" indent="-228600" defTabSz="914400" eaLnBrk="1" fontAlgn="auto" latinLnBrk="0" hangingPunct="1">
              <a:lnSpc>
                <a:spcPct val="120000"/>
              </a:lnSpc>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defRPr>
            </a:lvl2pPr>
            <a:lvl3pPr marL="1143000" indent="-228600" eaLnBrk="1" fontAlgn="auto" latinLnBrk="0" hangingPunct="1">
              <a:lnSpc>
                <a:spcPct val="120000"/>
              </a:lnSpc>
              <a:buFont typeface="Arial" panose="020B0604020202020204" pitchFamily="34" charset="0"/>
              <a:buChar char="●"/>
              <a:defRPr sz="16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defRPr>
            </a:lvl3pPr>
            <a:lvl4pPr marL="1600200" indent="-228600" eaLnBrk="1" fontAlgn="auto" latinLnBrk="0" hangingPunct="1">
              <a:lnSpc>
                <a:spcPct val="120000"/>
              </a:lnSpc>
              <a:buFont typeface="Wingdings" panose="05000000000000000000" charset="0"/>
              <a:buChar char=""/>
              <a:defRPr sz="14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defRPr>
            </a:lvl4pPr>
            <a:lvl5pPr eaLnBrk="1" fontAlgn="auto" latinLnBrk="0" hangingPunct="1">
              <a:lnSpc>
                <a:spcPct val="120000"/>
              </a:lnSpc>
              <a:defRPr sz="1400" u="none" strike="noStrike" kern="1200" cap="none" spc="150" normalizeH="0">
                <a:solidFill>
                  <a:schemeClr val="tx1">
                    <a:lumMod val="65000"/>
                    <a:lumOff val="3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lvl1pPr marL="0" marR="0" lvl="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eaLnBrk="1" fontAlgn="auto" latinLnBrk="0" hangingPunct="1">
              <a:lnSpc>
                <a:spcPct val="100000"/>
              </a:lnSpc>
              <a:spcAft>
                <a:spcPts val="0"/>
              </a:spcAft>
              <a:buNone/>
              <a:defRPr sz="2000" b="1" u="none" strike="noStrike" kern="1200" cap="none" spc="200" normalizeH="0" baseline="0">
                <a:solidFill>
                  <a:schemeClr val="tx1">
                    <a:lumMod val="75000"/>
                    <a:lumOff val="25000"/>
                  </a:schemeClr>
                </a:solidFill>
                <a:uFillTx/>
                <a:latin typeface="Arial" panose="020B0604020202020204" pitchFamily="34" charset="0"/>
                <a:ea typeface="微软雅黑"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2000" b="1" i="0" u="none" strike="noStrike" kern="1200" cap="none" spc="20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endParaRPr>
              <a:sym typeface="+mn-ea"/>
            </a:endParaRPr>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lvl1pPr marL="0" marR="0" lvl="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a:sym typeface="+mn-ea"/>
              </a:rPr>
              <a:t>单击此处编辑母版标题样式</a:t>
            </a:r>
            <a:endParaRPr>
              <a:sym typeface="+mn-ea"/>
            </a:endParaRPr>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330" y="1555115"/>
            <a:ext cx="5233035" cy="4608195"/>
          </a:xfrm>
        </p:spPr>
        <p:txBody>
          <a:bodyPr vert="horz" lIns="90000" tIns="46800" rIns="90000" bIns="46800" rtlCol="0">
            <a:norm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marL="0" marR="0" lvl="0" indent="0" algn="l" defTabSz="914400" rtl="0" eaLnBrk="1" fontAlgn="auto" latinLnBrk="0" hangingPunct="1">
              <a:lnSpc>
                <a:spcPct val="130000"/>
              </a:lnSpc>
              <a:spcBef>
                <a:spcPts val="0"/>
              </a:spcBef>
              <a:spcAft>
                <a:spcPts val="600"/>
              </a:spcAft>
              <a:buFont typeface="Arial" panose="020B0604020202020204" pitchFamily="34" charset="0"/>
              <a:buNone/>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457200" indent="0" defTabSz="914400" eaLnBrk="1" fontAlgn="auto" latinLnBrk="0" hangingPunct="1">
              <a:buNone/>
              <a:tabLst>
                <a:tab pos="1609725" algn="l"/>
                <a:tab pos="1609725" algn="l"/>
                <a:tab pos="1609725" algn="l"/>
                <a:tab pos="1609725" algn="l"/>
                <a:tab pos="1609725" algn="l"/>
                <a:tab pos="1609725" algn="l"/>
                <a:tab pos="1609725" algn="l"/>
                <a:tab pos="1609725" algn="l"/>
              </a:tabLst>
              <a:defRPr u="none" strike="noStrike" kern="1200" cap="none" spc="150" normalizeH="0">
                <a:solidFill>
                  <a:schemeClr val="tx1">
                    <a:lumMod val="65000"/>
                    <a:lumOff val="35000"/>
                  </a:schemeClr>
                </a:solidFill>
                <a:uFillTx/>
                <a:latin typeface="Arial" panose="020B0604020202020204" pitchFamily="34" charset="0"/>
                <a:ea typeface="微软雅黑" panose="020B0503020204020204" pitchFamily="34" charset="-122"/>
              </a:defRPr>
            </a:lvl2pPr>
            <a:lvl3pPr eaLnBrk="1" fontAlgn="auto" latinLnBrk="0" hangingPunct="1">
              <a:defRPr u="none" strike="noStrike" kern="1200" cap="none" spc="150" normalizeH="0">
                <a:solidFill>
                  <a:schemeClr val="tx1">
                    <a:lumMod val="65000"/>
                    <a:lumOff val="35000"/>
                  </a:schemeClr>
                </a:solidFill>
                <a:uFillTx/>
                <a:latin typeface="Arial" panose="020B0604020202020204" pitchFamily="34" charset="0"/>
                <a:ea typeface="微软雅黑" panose="020B0503020204020204" pitchFamily="34" charset="-122"/>
              </a:defRPr>
            </a:lvl3pPr>
            <a:lvl4pPr eaLnBrk="1" fontAlgn="auto" latinLnBrk="0" hangingPunct="1">
              <a:defRPr u="none" strike="noStrike" kern="1200" cap="none" spc="150" normalizeH="0">
                <a:solidFill>
                  <a:schemeClr val="tx1">
                    <a:lumMod val="65000"/>
                    <a:lumOff val="35000"/>
                  </a:schemeClr>
                </a:solidFill>
                <a:uFillTx/>
                <a:latin typeface="Arial" panose="020B0604020202020204" pitchFamily="34" charset="0"/>
                <a:ea typeface="微软雅黑" panose="020B0503020204020204" pitchFamily="34" charset="-122"/>
              </a:defRPr>
            </a:lvl4pPr>
            <a:lvl5pPr eaLnBrk="1" fontAlgn="auto" latinLnBrk="0" hangingPunct="1">
              <a:defRPr u="none" strike="noStrike" kern="1200" cap="none" spc="150" normalizeH="0">
                <a:solidFill>
                  <a:schemeClr val="tx1">
                    <a:lumMod val="65000"/>
                    <a:lumOff val="35000"/>
                  </a:schemeClr>
                </a:solidFill>
                <a:uFillTx/>
                <a:latin typeface="Arial" panose="020B0604020202020204" pitchFamily="34" charset="0"/>
                <a:ea typeface="微软雅黑" panose="020B0503020204020204" pitchFamily="34" charset="-122"/>
              </a:defRPr>
            </a:lvl5pPr>
          </a:lstStyle>
          <a:p>
            <a:pPr lvl="0"/>
            <a:r>
              <a:rPr dirty="0">
                <a:sym typeface="+mn-ea"/>
              </a:rPr>
              <a:t>单击此处编辑母版文本样式</a:t>
            </a:r>
            <a:endParaRPr dirty="0">
              <a:sym typeface="+mn-ea"/>
            </a:endParaRPr>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lstStyle>
            <a:lvl1pPr>
              <a:defRPr baseline="0"/>
            </a:lvl1pPr>
          </a:lstStyle>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marL="0" marR="0" lvl="0" algn="l" defTabSz="914400" rtl="0" eaLnBrk="1" fontAlgn="auto" latinLnBrk="0" hangingPunct="1">
              <a:lnSpc>
                <a:spcPct val="100000"/>
              </a:lnSpc>
              <a:spcAft>
                <a:spcPts val="0"/>
              </a:spcAft>
              <a:buNone/>
              <a:defRPr kumimoji="0" lang="zh-CN" altLang="en-US" sz="28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单击此处编辑标题</a:t>
            </a:r>
            <a:endParaRPr dirty="0">
              <a:sym typeface="+mn-ea"/>
            </a:endParaRPr>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eaLnBrk="1" fontAlgn="auto" latinLnBrk="0" hangingPunct="1">
              <a:lnSpc>
                <a:spcPct val="130000"/>
              </a:lnSpc>
              <a:spcAft>
                <a:spcPts val="1000"/>
              </a:spcAft>
              <a:buFont typeface="Arial" panose="020B0604020202020204" pitchFamily="34" charset="0"/>
              <a:buChar char="●"/>
              <a:defRPr u="none" strike="noStrike" kern="1200" cap="none" spc="150" normalizeH="0" baseline="0">
                <a:solidFill>
                  <a:schemeClr val="tx1">
                    <a:lumMod val="65000"/>
                    <a:lumOff val="35000"/>
                  </a:schemeClr>
                </a:solidFill>
                <a:uFillTx/>
              </a:defRPr>
            </a:lvl1pPr>
            <a:lvl2pPr marL="685800" indent="-228600" defTabSz="914400" eaLnBrk="1" fontAlgn="auto" latinLnBrk="0" hangingPunct="1">
              <a:lnSpc>
                <a:spcPct val="120000"/>
              </a:lnSpc>
              <a:spcAft>
                <a:spcPts val="600"/>
              </a:spcAft>
              <a:buFont typeface="Arial" panose="020B0604020202020204" pitchFamily="34" charset="0"/>
              <a:buChar char="●"/>
              <a:tabLst>
                <a:tab pos="1609725" algn="l"/>
                <a:tab pos="1609725" algn="l"/>
                <a:tab pos="1609725" algn="l"/>
                <a:tab pos="1609725" algn="l"/>
              </a:tabLst>
              <a:defRPr u="none" strike="noStrike" kern="1200" cap="none" spc="150" normalizeH="0" baseline="0">
                <a:solidFill>
                  <a:schemeClr val="tx1">
                    <a:lumMod val="65000"/>
                    <a:lumOff val="35000"/>
                  </a:schemeClr>
                </a:solidFill>
                <a:uFillTx/>
              </a:defRPr>
            </a:lvl2pPr>
            <a:lvl3pPr marL="1143000" indent="-228600" eaLnBrk="1" fontAlgn="auto" latinLnBrk="0" hangingPunct="1">
              <a:lnSpc>
                <a:spcPct val="120000"/>
              </a:lnSpc>
              <a:spcAft>
                <a:spcPts val="600"/>
              </a:spcAft>
              <a:buFont typeface="Arial" panose="020B0604020202020204" pitchFamily="34" charset="0"/>
              <a:buChar char="●"/>
              <a:defRPr u="none" strike="noStrike" kern="1200" cap="none" spc="150" normalizeH="0" baseline="0">
                <a:solidFill>
                  <a:schemeClr val="tx1">
                    <a:lumMod val="65000"/>
                    <a:lumOff val="35000"/>
                  </a:schemeClr>
                </a:solidFill>
                <a:uFillTx/>
              </a:defRPr>
            </a:lvl3pPr>
            <a:lvl4pPr marL="1600200" indent="-228600" eaLnBrk="1" fontAlgn="auto" latinLnBrk="0" hangingPunct="1">
              <a:lnSpc>
                <a:spcPct val="120000"/>
              </a:lnSpc>
              <a:spcAft>
                <a:spcPts val="300"/>
              </a:spcAft>
              <a:buFont typeface="Wingdings" panose="05000000000000000000" charset="0"/>
              <a:buChar char=""/>
              <a:defRPr u="none" strike="noStrike" kern="1200" cap="none" spc="150" normalizeH="0" baseline="0">
                <a:solidFill>
                  <a:schemeClr val="tx1">
                    <a:lumMod val="65000"/>
                    <a:lumOff val="35000"/>
                  </a:schemeClr>
                </a:solidFill>
                <a:uFillTx/>
              </a:defRPr>
            </a:lvl4pPr>
            <a:lvl5pPr marL="2057400" indent="-228600" eaLnBrk="1" fontAlgn="auto" latinLnBrk="0" hangingPunct="1">
              <a:lnSpc>
                <a:spcPct val="120000"/>
              </a:lnSpc>
              <a:spcAft>
                <a:spcPts val="300"/>
              </a:spcAft>
              <a:buFont typeface="Arial" panose="020B0604020202020204" pitchFamily="34" charset="0"/>
              <a:buChar char="•"/>
              <a:defRPr u="none" strike="noStrike" kern="1200" cap="none" spc="150" normalizeH="0" baseline="0">
                <a:solidFill>
                  <a:schemeClr val="tx1">
                    <a:lumMod val="65000"/>
                    <a:lumOff val="35000"/>
                  </a:schemeClr>
                </a:solidFill>
                <a:uFillTx/>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lvl1pPr marL="228600" indent="-228600" eaLnBrk="1" fontAlgn="auto" latinLnBrk="0" hangingPunct="1">
              <a:lnSpc>
                <a:spcPct val="130000"/>
              </a:lnSpc>
              <a:buFont typeface="Arial" panose="020B0604020202020204" pitchFamily="34" charset="0"/>
              <a:buChar char="●"/>
              <a:defRPr u="none" strike="noStrike" kern="1200" cap="none" spc="150" normalizeH="0" baseline="0">
                <a:solidFill>
                  <a:schemeClr val="tx1">
                    <a:lumMod val="65000"/>
                    <a:lumOff val="35000"/>
                  </a:schemeClr>
                </a:solidFill>
                <a:uFillTx/>
              </a:defRPr>
            </a:lvl1pPr>
            <a:lvl2pPr marL="685800" indent="-228600" defTabSz="914400" eaLnBrk="1" fontAlgn="auto" latinLnBrk="0" hangingPunct="1">
              <a:lnSpc>
                <a:spcPct val="120000"/>
              </a:lnSpc>
              <a:buFont typeface="Arial" panose="020B0604020202020204" pitchFamily="34" charset="0"/>
              <a:buChar char="●"/>
              <a:tabLst>
                <a:tab pos="1609725" algn="l"/>
                <a:tab pos="1609725" algn="l"/>
                <a:tab pos="1609725" algn="l"/>
                <a:tab pos="1609725" algn="l"/>
              </a:tabLst>
              <a:defRPr u="none" strike="noStrike" kern="1200" cap="none" spc="150" normalizeH="0" baseline="0">
                <a:solidFill>
                  <a:schemeClr val="tx1">
                    <a:lumMod val="65000"/>
                    <a:lumOff val="35000"/>
                  </a:schemeClr>
                </a:solidFill>
                <a:uFillTx/>
              </a:defRPr>
            </a:lvl2pPr>
            <a:lvl3pPr marL="1143000" indent="-228600" eaLnBrk="1" fontAlgn="auto" latinLnBrk="0" hangingPunct="1">
              <a:lnSpc>
                <a:spcPct val="120000"/>
              </a:lnSpc>
              <a:buFont typeface="Arial" panose="020B0604020202020204" pitchFamily="34" charset="0"/>
              <a:buChar char="●"/>
              <a:defRPr u="none" strike="noStrike" kern="1200" cap="none" spc="150" normalizeH="0" baseline="0">
                <a:solidFill>
                  <a:schemeClr val="tx1">
                    <a:lumMod val="65000"/>
                    <a:lumOff val="35000"/>
                  </a:schemeClr>
                </a:solidFill>
                <a:uFillTx/>
              </a:defRPr>
            </a:lvl3pPr>
            <a:lvl4pPr marL="1600200" indent="-228600" eaLnBrk="1" fontAlgn="auto" latinLnBrk="0" hangingPunct="1">
              <a:lnSpc>
                <a:spcPct val="120000"/>
              </a:lnSpc>
              <a:buFont typeface="Wingdings" panose="05000000000000000000" charset="0"/>
              <a:buChar char=""/>
              <a:defRPr u="none" strike="noStrike" kern="1200" cap="none" spc="150" normalizeH="0" baseline="0">
                <a:solidFill>
                  <a:schemeClr val="tx1">
                    <a:lumMod val="65000"/>
                    <a:lumOff val="35000"/>
                  </a:schemeClr>
                </a:solidFill>
                <a:uFillTx/>
              </a:defRPr>
            </a:lvl4pPr>
            <a:lvl5pPr marL="2057400" indent="-228600" eaLnBrk="1" fontAlgn="auto" latinLnBrk="0" hangingPunct="1">
              <a:lnSpc>
                <a:spcPct val="120000"/>
              </a:lnSpc>
              <a:buFont typeface="Arial" panose="020B0604020202020204" pitchFamily="34" charset="0"/>
              <a:buChar char="•"/>
              <a:defRPr u="none" strike="noStrike" kern="1200" cap="none" spc="150" normalizeH="0" baseline="0">
                <a:solidFill>
                  <a:schemeClr val="tx1">
                    <a:lumMod val="65000"/>
                    <a:lumOff val="35000"/>
                  </a:schemeClr>
                </a:solidFill>
                <a:uFillTx/>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marL="0" marR="0" algn="ctr" defTabSz="914400" rtl="0" eaLnBrk="1" fontAlgn="auto" latinLnBrk="0" hangingPunct="1">
              <a:lnSpc>
                <a:spcPct val="100000"/>
              </a:lnSpc>
              <a:buNone/>
              <a:defRPr kumimoji="0" lang="zh-CN" altLang="en-US" sz="6000" b="1" i="0" u="none" strike="noStrike" kern="1200" cap="none" spc="300" normalizeH="0" baseline="0" noProof="1" dirty="0">
                <a:solidFill>
                  <a:schemeClr val="tx1">
                    <a:lumMod val="85000"/>
                    <a:lumOff val="15000"/>
                  </a:schemeClr>
                </a:solidFill>
                <a:effectLst/>
                <a:uFillTx/>
                <a:latin typeface="Arial" panose="020B0604020202020204" pitchFamily="34" charset="0"/>
                <a:ea typeface="微软雅黑" panose="020B0503020204020204" pitchFamily="34" charset="-122"/>
                <a:cs typeface="+mj-cs"/>
                <a:sym typeface="+mn-ea"/>
              </a:defRPr>
            </a:lvl1pPr>
          </a:lstStyle>
          <a:p>
            <a:pPr lvl="0"/>
            <a:r>
              <a:rPr>
                <a:sym typeface="+mn-ea"/>
              </a:rPr>
              <a:t>单击此处编辑标题</a:t>
            </a:r>
            <a:endParaRPr>
              <a:sym typeface="+mn-ea"/>
            </a:endParaRPr>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marL="0" indent="0" algn="ctr">
              <a:lnSpc>
                <a:spcPct val="110000"/>
              </a:lnSpc>
              <a:buNone/>
              <a:defRPr sz="2400" spc="200" baseline="0">
                <a:solidFill>
                  <a:schemeClr val="tx1">
                    <a:lumMod val="65000"/>
                    <a:lumOff val="35000"/>
                  </a:schemeClr>
                </a:solidFill>
              </a:defRPr>
            </a:lvl1pPr>
          </a:lstStyle>
          <a:p>
            <a:pPr lvl="0"/>
            <a:r>
              <a:rPr lang="zh-CN" altLang="en-US" dirty="0"/>
              <a:t>单击此处编辑母版文本样式</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tags" Target="../tags/tag62.xml"/><Relationship Id="rId16" Type="http://schemas.openxmlformats.org/officeDocument/2006/relationships/tags" Target="../tags/tag61.xml"/><Relationship Id="rId15" Type="http://schemas.openxmlformats.org/officeDocument/2006/relationships/tags" Target="../tags/tag60.xml"/><Relationship Id="rId14" Type="http://schemas.openxmlformats.org/officeDocument/2006/relationships/tags" Target="../tags/tag59.xml"/><Relationship Id="rId13" Type="http://schemas.openxmlformats.org/officeDocument/2006/relationships/tags" Target="../tags/tag58.xml"/><Relationship Id="rId12" Type="http://schemas.openxmlformats.org/officeDocument/2006/relationships/tags" Target="../tags/tag57.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a:gsLst>
            <a:gs pos="0">
              <a:srgbClr val="FFFFFF"/>
            </a:gs>
            <a:gs pos="100000">
              <a:srgbClr val="D9D9D9"/>
            </a:gs>
          </a:gsLst>
          <a:lin ang="5400000" scaled="0"/>
        </a:gra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latin typeface="Arial" panose="020B0604020202020204" pitchFamily="34" charset="0"/>
                <a:ea typeface="微软雅黑" panose="020B0503020204020204" pitchFamily="34"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latin typeface="Arial" panose="020B0604020202020204" pitchFamily="34" charset="0"/>
                <a:ea typeface="微软雅黑" panose="020B0503020204020204" pitchFamily="34" charset="-122"/>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latin typeface="Arial" panose="020B0604020202020204" pitchFamily="34" charset="0"/>
                <a:ea typeface="微软雅黑" panose="020B0503020204020204" pitchFamily="34" charset="-122"/>
              </a:defRPr>
            </a:lvl1pPr>
          </a:lstStyle>
          <a:p>
            <a:fld id="{49AE70B2-8BF9-45C0-BB95-33D1B9D3A854}" type="slidenum">
              <a:rPr lang="zh-CN" altLang="en-US" smtClean="0"/>
            </a:fld>
            <a:endParaRPr lang="zh-CN" altLang="en-US" dirty="0"/>
          </a:p>
        </p:txBody>
      </p:sp>
    </p:spTree>
    <p:custDataLst>
      <p:tags r:id="rId1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Arial" panose="020B0604020202020204" pitchFamily="34" charset="0"/>
          <a:ea typeface="微软雅黑" panose="020B0503020204020204" pitchFamily="34"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65.xml"/><Relationship Id="rId2" Type="http://schemas.openxmlformats.org/officeDocument/2006/relationships/tags" Target="../tags/tag64.xml"/><Relationship Id="rId1" Type="http://schemas.openxmlformats.org/officeDocument/2006/relationships/tags" Target="../tags/tag63.xml"/></Relationships>
</file>

<file path=ppt/slides/_rels/slide2.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69.xml"/><Relationship Id="rId3" Type="http://schemas.openxmlformats.org/officeDocument/2006/relationships/tags" Target="../tags/tag68.xml"/><Relationship Id="rId2" Type="http://schemas.openxmlformats.org/officeDocument/2006/relationships/tags" Target="../tags/tag67.xml"/><Relationship Id="rId1" Type="http://schemas.openxmlformats.org/officeDocument/2006/relationships/tags" Target="../tags/tag66.xml"/></Relationships>
</file>

<file path=ppt/slides/_rels/slide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72.xml"/><Relationship Id="rId2" Type="http://schemas.openxmlformats.org/officeDocument/2006/relationships/tags" Target="../tags/tag71.xml"/><Relationship Id="rId1" Type="http://schemas.openxmlformats.org/officeDocument/2006/relationships/tags" Target="../tags/tag70.xml"/></Relationships>
</file>

<file path=ppt/slides/_rels/slide4.xml.rels><?xml version="1.0" encoding="UTF-8" standalone="yes"?>
<Relationships xmlns="http://schemas.openxmlformats.org/package/2006/relationships"><Relationship Id="rId9" Type="http://schemas.openxmlformats.org/officeDocument/2006/relationships/image" Target="../media/image4.png"/><Relationship Id="rId8" Type="http://schemas.openxmlformats.org/officeDocument/2006/relationships/image" Target="../media/image3.png"/><Relationship Id="rId7" Type="http://schemas.openxmlformats.org/officeDocument/2006/relationships/image" Target="../media/image2.png"/><Relationship Id="rId6" Type="http://schemas.openxmlformats.org/officeDocument/2006/relationships/image" Target="../media/image1.png"/><Relationship Id="rId5" Type="http://schemas.openxmlformats.org/officeDocument/2006/relationships/tags" Target="../tags/tag77.xml"/><Relationship Id="rId4" Type="http://schemas.openxmlformats.org/officeDocument/2006/relationships/tags" Target="../tags/tag76.xml"/><Relationship Id="rId3" Type="http://schemas.openxmlformats.org/officeDocument/2006/relationships/tags" Target="../tags/tag75.xml"/><Relationship Id="rId2" Type="http://schemas.openxmlformats.org/officeDocument/2006/relationships/tags" Target="../tags/tag74.xml"/><Relationship Id="rId11" Type="http://schemas.openxmlformats.org/officeDocument/2006/relationships/slideLayout" Target="../slideLayouts/slideLayout2.xml"/><Relationship Id="rId10" Type="http://schemas.openxmlformats.org/officeDocument/2006/relationships/tags" Target="../tags/tag78.xml"/><Relationship Id="rId1" Type="http://schemas.openxmlformats.org/officeDocument/2006/relationships/tags" Target="../tags/tag73.xml"/></Relationships>
</file>

<file path=ppt/slides/_rels/slide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81.xml"/><Relationship Id="rId2" Type="http://schemas.openxmlformats.org/officeDocument/2006/relationships/tags" Target="../tags/tag80.xml"/><Relationship Id="rId1" Type="http://schemas.openxmlformats.org/officeDocument/2006/relationships/tags" Target="../tags/tag79.xml"/></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84.xml"/><Relationship Id="rId2" Type="http://schemas.openxmlformats.org/officeDocument/2006/relationships/tags" Target="../tags/tag83.xml"/><Relationship Id="rId1" Type="http://schemas.openxmlformats.org/officeDocument/2006/relationships/tags" Target="../tags/tag82.xml"/></Relationships>
</file>

<file path=ppt/slides/_rels/slide7.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tags" Target="../tags/tag87.xml"/><Relationship Id="rId5" Type="http://schemas.openxmlformats.org/officeDocument/2006/relationships/image" Target="../media/image7.png"/><Relationship Id="rId4" Type="http://schemas.openxmlformats.org/officeDocument/2006/relationships/image" Target="../media/image6.png"/><Relationship Id="rId3" Type="http://schemas.openxmlformats.org/officeDocument/2006/relationships/image" Target="../media/image5.png"/><Relationship Id="rId2" Type="http://schemas.openxmlformats.org/officeDocument/2006/relationships/tags" Target="../tags/tag86.xml"/><Relationship Id="rId1" Type="http://schemas.openxmlformats.org/officeDocument/2006/relationships/tags" Target="../tags/tag85.xml"/></Relationships>
</file>

<file path=ppt/slides/_rels/slide8.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tags" Target="../tags/tag90.xml"/><Relationship Id="rId4" Type="http://schemas.openxmlformats.org/officeDocument/2006/relationships/image" Target="../media/image9.png"/><Relationship Id="rId3" Type="http://schemas.openxmlformats.org/officeDocument/2006/relationships/image" Target="../media/image8.png"/><Relationship Id="rId2" Type="http://schemas.openxmlformats.org/officeDocument/2006/relationships/tags" Target="../tags/tag89.xml"/><Relationship Id="rId1" Type="http://schemas.openxmlformats.org/officeDocument/2006/relationships/tags" Target="../tags/tag88.xml"/></Relationships>
</file>

<file path=ppt/slides/_rels/slide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93.xml"/><Relationship Id="rId2" Type="http://schemas.openxmlformats.org/officeDocument/2006/relationships/tags" Target="../tags/tag92.xml"/><Relationship Id="rId1" Type="http://schemas.openxmlformats.org/officeDocument/2006/relationships/tags" Target="../tags/tag91.xml"/></Relationships>
</file>

<file path=ppt/slides/_rels/slide10.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tags" Target="../tags/tag96.xml"/><Relationship Id="rId4" Type="http://schemas.openxmlformats.org/officeDocument/2006/relationships/image" Target="../media/image11.png"/><Relationship Id="rId3" Type="http://schemas.openxmlformats.org/officeDocument/2006/relationships/image" Target="../media/image10.png"/><Relationship Id="rId2" Type="http://schemas.openxmlformats.org/officeDocument/2006/relationships/tags" Target="../tags/tag95.xml"/><Relationship Id="rId1" Type="http://schemas.openxmlformats.org/officeDocument/2006/relationships/tags" Target="../tags/tag94.xml"/></Relationships>
</file>

<file path=ppt/slides/_rels/slide1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99.xml"/><Relationship Id="rId2" Type="http://schemas.openxmlformats.org/officeDocument/2006/relationships/tags" Target="../tags/tag98.xml"/><Relationship Id="rId1" Type="http://schemas.openxmlformats.org/officeDocument/2006/relationships/tags" Target="../tags/tag97.xml"/></Relationships>
</file>

<file path=ppt/slides/_rels/slide1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02.xml"/><Relationship Id="rId2" Type="http://schemas.openxmlformats.org/officeDocument/2006/relationships/tags" Target="../tags/tag101.xml"/><Relationship Id="rId1" Type="http://schemas.openxmlformats.org/officeDocument/2006/relationships/tags" Target="../tags/tag100.xml"/></Relationships>
</file>

<file path=ppt/slides/_rels/slide1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05.xml"/><Relationship Id="rId2" Type="http://schemas.openxmlformats.org/officeDocument/2006/relationships/tags" Target="../tags/tag104.xml"/><Relationship Id="rId1" Type="http://schemas.openxmlformats.org/officeDocument/2006/relationships/tags" Target="../tags/tag103.xml"/></Relationships>
</file>

<file path=ppt/slides/_rels/slide1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08.xml"/><Relationship Id="rId2" Type="http://schemas.openxmlformats.org/officeDocument/2006/relationships/tags" Target="../tags/tag107.xml"/><Relationship Id="rId1" Type="http://schemas.openxmlformats.org/officeDocument/2006/relationships/tags" Target="../tags/tag106.xml"/></Relationships>
</file>

<file path=ppt/slides/_rels/slide15.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111.xml"/><Relationship Id="rId3" Type="http://schemas.openxmlformats.org/officeDocument/2006/relationships/image" Target="../media/image12.png"/><Relationship Id="rId2" Type="http://schemas.openxmlformats.org/officeDocument/2006/relationships/tags" Target="../tags/tag110.xml"/><Relationship Id="rId1" Type="http://schemas.openxmlformats.org/officeDocument/2006/relationships/tags" Target="../tags/tag109.xml"/></Relationships>
</file>

<file path=ppt/slides/_rels/slide1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14.xml"/><Relationship Id="rId2" Type="http://schemas.openxmlformats.org/officeDocument/2006/relationships/tags" Target="../tags/tag113.xml"/><Relationship Id="rId1" Type="http://schemas.openxmlformats.org/officeDocument/2006/relationships/tags" Target="../tags/tag112.xml"/></Relationships>
</file>

<file path=ppt/slides/_rels/slide1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17.xml"/><Relationship Id="rId2" Type="http://schemas.openxmlformats.org/officeDocument/2006/relationships/tags" Target="../tags/tag116.xml"/><Relationship Id="rId1" Type="http://schemas.openxmlformats.org/officeDocument/2006/relationships/tags" Target="../tags/tag115.xml"/></Relationships>
</file>

<file path=ppt/slides/_rels/slide18.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tags" Target="../tags/tag121.xml"/><Relationship Id="rId5" Type="http://schemas.openxmlformats.org/officeDocument/2006/relationships/image" Target="../media/image14.png"/><Relationship Id="rId4" Type="http://schemas.openxmlformats.org/officeDocument/2006/relationships/tags" Target="../tags/tag120.xml"/><Relationship Id="rId3" Type="http://schemas.openxmlformats.org/officeDocument/2006/relationships/image" Target="../media/image13.png"/><Relationship Id="rId2" Type="http://schemas.openxmlformats.org/officeDocument/2006/relationships/tags" Target="../tags/tag119.xml"/><Relationship Id="rId1" Type="http://schemas.openxmlformats.org/officeDocument/2006/relationships/tags" Target="../tags/tag118.xml"/></Relationships>
</file>

<file path=ppt/slides/_rels/slide19.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tags" Target="../tags/tag124.xml"/><Relationship Id="rId4" Type="http://schemas.openxmlformats.org/officeDocument/2006/relationships/image" Target="../media/image16.png"/><Relationship Id="rId3" Type="http://schemas.openxmlformats.org/officeDocument/2006/relationships/image" Target="../media/image15.png"/><Relationship Id="rId2" Type="http://schemas.openxmlformats.org/officeDocument/2006/relationships/tags" Target="../tags/tag123.xml"/><Relationship Id="rId1" Type="http://schemas.openxmlformats.org/officeDocument/2006/relationships/tags" Target="../tags/tag122.xml"/></Relationships>
</file>

<file path=ppt/slides/_rels/slide20.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127.xml"/><Relationship Id="rId3" Type="http://schemas.openxmlformats.org/officeDocument/2006/relationships/image" Target="../media/image17.png"/><Relationship Id="rId2" Type="http://schemas.openxmlformats.org/officeDocument/2006/relationships/tags" Target="../tags/tag126.xml"/><Relationship Id="rId1" Type="http://schemas.openxmlformats.org/officeDocument/2006/relationships/tags" Target="../tags/tag125.xml"/></Relationships>
</file>

<file path=ppt/slides/_rels/slide2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30.xml"/><Relationship Id="rId2" Type="http://schemas.openxmlformats.org/officeDocument/2006/relationships/tags" Target="../tags/tag129.xml"/><Relationship Id="rId1" Type="http://schemas.openxmlformats.org/officeDocument/2006/relationships/tags" Target="../tags/tag128.xml"/></Relationships>
</file>

<file path=ppt/slides/_rels/slide22.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tags" Target="../tags/tag133.xml"/><Relationship Id="rId4" Type="http://schemas.openxmlformats.org/officeDocument/2006/relationships/image" Target="../media/image19.png"/><Relationship Id="rId3" Type="http://schemas.openxmlformats.org/officeDocument/2006/relationships/image" Target="../media/image18.png"/><Relationship Id="rId2" Type="http://schemas.openxmlformats.org/officeDocument/2006/relationships/tags" Target="../tags/tag132.xml"/><Relationship Id="rId1" Type="http://schemas.openxmlformats.org/officeDocument/2006/relationships/tags" Target="../tags/tag131.xml"/></Relationships>
</file>

<file path=ppt/slides/_rels/slide23.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tags" Target="../tags/tag136.xml"/><Relationship Id="rId5" Type="http://schemas.openxmlformats.org/officeDocument/2006/relationships/image" Target="../media/image22.png"/><Relationship Id="rId4" Type="http://schemas.openxmlformats.org/officeDocument/2006/relationships/image" Target="../media/image21.png"/><Relationship Id="rId3" Type="http://schemas.openxmlformats.org/officeDocument/2006/relationships/image" Target="../media/image20.png"/><Relationship Id="rId2" Type="http://schemas.openxmlformats.org/officeDocument/2006/relationships/tags" Target="../tags/tag135.xml"/><Relationship Id="rId1" Type="http://schemas.openxmlformats.org/officeDocument/2006/relationships/tags" Target="../tags/tag134.xml"/></Relationships>
</file>

<file path=ppt/slides/_rels/slide2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39.xml"/><Relationship Id="rId2" Type="http://schemas.openxmlformats.org/officeDocument/2006/relationships/tags" Target="../tags/tag138.xml"/><Relationship Id="rId1" Type="http://schemas.openxmlformats.org/officeDocument/2006/relationships/tags" Target="../tags/tag137.xml"/></Relationships>
</file>

<file path=ppt/slides/_rels/slide25.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142.xml"/><Relationship Id="rId3" Type="http://schemas.openxmlformats.org/officeDocument/2006/relationships/image" Target="../media/image23.png"/><Relationship Id="rId2" Type="http://schemas.openxmlformats.org/officeDocument/2006/relationships/tags" Target="../tags/tag141.xml"/><Relationship Id="rId1" Type="http://schemas.openxmlformats.org/officeDocument/2006/relationships/tags" Target="../tags/tag140.xml"/></Relationships>
</file>

<file path=ppt/slides/_rels/slide2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45.xml"/><Relationship Id="rId2" Type="http://schemas.openxmlformats.org/officeDocument/2006/relationships/tags" Target="../tags/tag144.xml"/><Relationship Id="rId1" Type="http://schemas.openxmlformats.org/officeDocument/2006/relationships/tags" Target="../tags/tag143.xml"/></Relationships>
</file>

<file path=ppt/slides/_rels/slide27.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148.xml"/><Relationship Id="rId3" Type="http://schemas.openxmlformats.org/officeDocument/2006/relationships/image" Target="../media/image24.png"/><Relationship Id="rId2" Type="http://schemas.openxmlformats.org/officeDocument/2006/relationships/tags" Target="../tags/tag147.xml"/><Relationship Id="rId1" Type="http://schemas.openxmlformats.org/officeDocument/2006/relationships/tags" Target="../tags/tag146.xml"/></Relationships>
</file>

<file path=ppt/slides/_rels/slide28.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151.xml"/><Relationship Id="rId3" Type="http://schemas.openxmlformats.org/officeDocument/2006/relationships/image" Target="../media/image25.png"/><Relationship Id="rId2" Type="http://schemas.openxmlformats.org/officeDocument/2006/relationships/tags" Target="../tags/tag150.xml"/><Relationship Id="rId1" Type="http://schemas.openxmlformats.org/officeDocument/2006/relationships/tags" Target="../tags/tag149.xml"/></Relationships>
</file>

<file path=ppt/slides/_rels/slide2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54.xml"/><Relationship Id="rId2" Type="http://schemas.openxmlformats.org/officeDocument/2006/relationships/tags" Target="../tags/tag153.xml"/><Relationship Id="rId1" Type="http://schemas.openxmlformats.org/officeDocument/2006/relationships/tags" Target="../tags/tag152.xml"/></Relationships>
</file>

<file path=ppt/slides/_rels/slide30.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157.xml"/><Relationship Id="rId3" Type="http://schemas.openxmlformats.org/officeDocument/2006/relationships/image" Target="../media/image26.png"/><Relationship Id="rId2" Type="http://schemas.openxmlformats.org/officeDocument/2006/relationships/tags" Target="../tags/tag156.xml"/><Relationship Id="rId1" Type="http://schemas.openxmlformats.org/officeDocument/2006/relationships/tags" Target="../tags/tag155.xml"/></Relationships>
</file>

<file path=ppt/slides/_rels/slide31.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160.xml"/><Relationship Id="rId3" Type="http://schemas.openxmlformats.org/officeDocument/2006/relationships/image" Target="../media/image27.png"/><Relationship Id="rId2" Type="http://schemas.openxmlformats.org/officeDocument/2006/relationships/tags" Target="../tags/tag159.xml"/><Relationship Id="rId1" Type="http://schemas.openxmlformats.org/officeDocument/2006/relationships/tags" Target="../tags/tag158.xml"/></Relationships>
</file>

<file path=ppt/slides/_rels/slide3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62.xml"/><Relationship Id="rId2" Type="http://schemas.openxmlformats.org/officeDocument/2006/relationships/image" Target="../media/image28.png"/><Relationship Id="rId1" Type="http://schemas.openxmlformats.org/officeDocument/2006/relationships/tags" Target="../tags/tag161.xml"/></Relationships>
</file>

<file path=ppt/slides/_rels/slide3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65.xml"/><Relationship Id="rId2" Type="http://schemas.openxmlformats.org/officeDocument/2006/relationships/tags" Target="../tags/tag164.xml"/><Relationship Id="rId1" Type="http://schemas.openxmlformats.org/officeDocument/2006/relationships/tags" Target="../tags/tag163.xml"/></Relationships>
</file>

<file path=ppt/slides/_rels/slide34.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168.xml"/><Relationship Id="rId3" Type="http://schemas.openxmlformats.org/officeDocument/2006/relationships/image" Target="../media/image29.png"/><Relationship Id="rId2" Type="http://schemas.openxmlformats.org/officeDocument/2006/relationships/tags" Target="../tags/tag167.xml"/><Relationship Id="rId1" Type="http://schemas.openxmlformats.org/officeDocument/2006/relationships/tags" Target="../tags/tag166.xml"/></Relationships>
</file>

<file path=ppt/slides/_rels/slide3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71.xml"/><Relationship Id="rId2" Type="http://schemas.openxmlformats.org/officeDocument/2006/relationships/tags" Target="../tags/tag170.xml"/><Relationship Id="rId1" Type="http://schemas.openxmlformats.org/officeDocument/2006/relationships/tags" Target="../tags/tag169.xml"/></Relationships>
</file>

<file path=ppt/slides/_rels/slide3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74.xml"/><Relationship Id="rId2" Type="http://schemas.openxmlformats.org/officeDocument/2006/relationships/tags" Target="../tags/tag173.xml"/><Relationship Id="rId1" Type="http://schemas.openxmlformats.org/officeDocument/2006/relationships/tags" Target="../tags/tag172.xml"/></Relationships>
</file>

<file path=ppt/slides/_rels/slide3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77.xml"/><Relationship Id="rId2" Type="http://schemas.openxmlformats.org/officeDocument/2006/relationships/tags" Target="../tags/tag176.xml"/><Relationship Id="rId1" Type="http://schemas.openxmlformats.org/officeDocument/2006/relationships/tags" Target="../tags/tag175.xml"/></Relationships>
</file>

<file path=ppt/slides/_rels/slide3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79.xml"/><Relationship Id="rId2" Type="http://schemas.openxmlformats.org/officeDocument/2006/relationships/image" Target="../media/image30.png"/><Relationship Id="rId1" Type="http://schemas.openxmlformats.org/officeDocument/2006/relationships/tags" Target="../tags/tag178.xml"/></Relationships>
</file>

<file path=ppt/slides/_rels/slide3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81.xml"/><Relationship Id="rId2" Type="http://schemas.openxmlformats.org/officeDocument/2006/relationships/image" Target="../media/image31.png"/><Relationship Id="rId1" Type="http://schemas.openxmlformats.org/officeDocument/2006/relationships/tags" Target="../tags/tag180.xml"/></Relationships>
</file>

<file path=ppt/slides/_rels/slide40.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83.xml"/><Relationship Id="rId2" Type="http://schemas.openxmlformats.org/officeDocument/2006/relationships/image" Target="../media/image32.png"/><Relationship Id="rId1" Type="http://schemas.openxmlformats.org/officeDocument/2006/relationships/tags" Target="../tags/tag182.xml"/></Relationships>
</file>

<file path=ppt/slides/_rels/slide41.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186.xml"/><Relationship Id="rId3" Type="http://schemas.openxmlformats.org/officeDocument/2006/relationships/image" Target="../media/image33.png"/><Relationship Id="rId2" Type="http://schemas.openxmlformats.org/officeDocument/2006/relationships/tags" Target="../tags/tag185.xml"/><Relationship Id="rId1" Type="http://schemas.openxmlformats.org/officeDocument/2006/relationships/tags" Target="../tags/tag184.xml"/></Relationships>
</file>

<file path=ppt/slides/_rels/slide42.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tags" Target="../tags/tag189.xml"/><Relationship Id="rId4" Type="http://schemas.openxmlformats.org/officeDocument/2006/relationships/image" Target="../media/image35.png"/><Relationship Id="rId3" Type="http://schemas.openxmlformats.org/officeDocument/2006/relationships/image" Target="../media/image34.png"/><Relationship Id="rId2" Type="http://schemas.openxmlformats.org/officeDocument/2006/relationships/tags" Target="../tags/tag188.xml"/><Relationship Id="rId1" Type="http://schemas.openxmlformats.org/officeDocument/2006/relationships/tags" Target="../tags/tag187.xml"/></Relationships>
</file>

<file path=ppt/slides/_rels/slide4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92.xml"/><Relationship Id="rId2" Type="http://schemas.openxmlformats.org/officeDocument/2006/relationships/tags" Target="../tags/tag191.xml"/><Relationship Id="rId1" Type="http://schemas.openxmlformats.org/officeDocument/2006/relationships/tags" Target="../tags/tag190.xml"/></Relationships>
</file>

<file path=ppt/slides/_rels/slide44.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195.xml"/><Relationship Id="rId3" Type="http://schemas.openxmlformats.org/officeDocument/2006/relationships/image" Target="../media/image36.png"/><Relationship Id="rId2" Type="http://schemas.openxmlformats.org/officeDocument/2006/relationships/tags" Target="../tags/tag194.xml"/><Relationship Id="rId1" Type="http://schemas.openxmlformats.org/officeDocument/2006/relationships/tags" Target="../tags/tag193.xml"/></Relationships>
</file>

<file path=ppt/slides/_rels/slide45.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tags" Target="../tags/tag198.xml"/><Relationship Id="rId4" Type="http://schemas.openxmlformats.org/officeDocument/2006/relationships/image" Target="../media/image38.png"/><Relationship Id="rId3" Type="http://schemas.openxmlformats.org/officeDocument/2006/relationships/image" Target="../media/image37.png"/><Relationship Id="rId2" Type="http://schemas.openxmlformats.org/officeDocument/2006/relationships/tags" Target="../tags/tag197.xml"/><Relationship Id="rId1" Type="http://schemas.openxmlformats.org/officeDocument/2006/relationships/tags" Target="../tags/tag196.xml"/></Relationships>
</file>

<file path=ppt/slides/_rels/slide4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201.xml"/><Relationship Id="rId2" Type="http://schemas.openxmlformats.org/officeDocument/2006/relationships/tags" Target="../tags/tag200.xml"/><Relationship Id="rId1" Type="http://schemas.openxmlformats.org/officeDocument/2006/relationships/tags" Target="../tags/tag199.xml"/></Relationships>
</file>

<file path=ppt/slides/_rels/slide4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204.xml"/><Relationship Id="rId2" Type="http://schemas.openxmlformats.org/officeDocument/2006/relationships/tags" Target="../tags/tag203.xml"/><Relationship Id="rId1" Type="http://schemas.openxmlformats.org/officeDocument/2006/relationships/tags" Target="../tags/tag202.xml"/></Relationships>
</file>

<file path=ppt/slides/_rels/slide4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207.xml"/><Relationship Id="rId2" Type="http://schemas.openxmlformats.org/officeDocument/2006/relationships/tags" Target="../tags/tag206.xml"/><Relationship Id="rId1" Type="http://schemas.openxmlformats.org/officeDocument/2006/relationships/tags" Target="../tags/tag205.xml"/></Relationships>
</file>

<file path=ppt/slides/_rels/slide4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210.xml"/><Relationship Id="rId2" Type="http://schemas.openxmlformats.org/officeDocument/2006/relationships/tags" Target="../tags/tag209.xml"/><Relationship Id="rId1" Type="http://schemas.openxmlformats.org/officeDocument/2006/relationships/tags" Target="../tags/tag20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custDataLst>
              <p:tags r:id="rId1"/>
            </p:custDataLst>
          </p:nvPr>
        </p:nvSpPr>
        <p:spPr/>
        <p:txBody>
          <a:bodyPr/>
          <a:p>
            <a:r>
              <a:rPr lang="en-US" altLang="zh-CN"/>
              <a:t>CTF </a:t>
            </a:r>
            <a:r>
              <a:rPr lang="zh-CN" altLang="en-US"/>
              <a:t>入门</a:t>
            </a:r>
            <a:r>
              <a:rPr lang="zh-CN" altLang="en-US"/>
              <a:t>指南（</a:t>
            </a:r>
            <a:r>
              <a:rPr lang="en-US" altLang="zh-CN"/>
              <a:t>Crypto</a:t>
            </a:r>
            <a:r>
              <a:rPr lang="zh-CN" altLang="en-US"/>
              <a:t>）</a:t>
            </a:r>
            <a:endParaRPr lang="zh-CN" altLang="en-US"/>
          </a:p>
        </p:txBody>
      </p:sp>
      <p:sp>
        <p:nvSpPr>
          <p:cNvPr id="3" name="副标题 2"/>
          <p:cNvSpPr>
            <a:spLocks noGrp="1"/>
          </p:cNvSpPr>
          <p:nvPr>
            <p:ph type="subTitle" idx="1"/>
            <p:custDataLst>
              <p:tags r:id="rId2"/>
            </p:custDataLst>
          </p:nvPr>
        </p:nvSpPr>
        <p:spPr/>
        <p:txBody>
          <a:bodyPr/>
          <a:p>
            <a:r>
              <a:rPr lang="zh-CN" altLang="en-US"/>
              <a:t>环境，代码，数学，</a:t>
            </a:r>
            <a:r>
              <a:rPr lang="en-US" altLang="zh-CN"/>
              <a:t>DEBUG</a:t>
            </a:r>
            <a:r>
              <a:rPr lang="zh-CN" altLang="en-US"/>
              <a:t>，</a:t>
            </a:r>
            <a:r>
              <a:rPr lang="en-US" altLang="zh-CN"/>
              <a:t>Endless Waiting</a:t>
            </a:r>
            <a:endParaRPr lang="en-US" altLang="zh-CN"/>
          </a:p>
        </p:txBody>
      </p:sp>
    </p:spTree>
    <p:custDataLst>
      <p:tags r:id="rId3"/>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p:txBody>
          <a:bodyPr/>
          <a:lstStyle/>
          <a:p>
            <a:r>
              <a:t>杂耍与知识</a:t>
            </a:r>
          </a:p>
        </p:txBody>
      </p:sp>
      <p:sp>
        <p:nvSpPr>
          <p:cNvPr id="2" name="内容占位符 1"/>
          <p:cNvSpPr>
            <a:spLocks noGrp="1"/>
          </p:cNvSpPr>
          <p:nvPr>
            <p:ph idx="1"/>
            <p:custDataLst>
              <p:tags r:id="rId2"/>
            </p:custDataLst>
          </p:nvPr>
        </p:nvSpPr>
        <p:spPr>
          <a:xfrm>
            <a:off x="608330" y="1490345"/>
            <a:ext cx="4939665" cy="4759325"/>
          </a:xfrm>
        </p:spPr>
        <p:txBody>
          <a:bodyPr/>
          <a:lstStyle/>
          <a:p>
            <a:pPr marL="0" indent="0">
              <a:buNone/>
            </a:pPr>
            <a:r>
              <a:rPr lang="zh-CN" altLang="en-US" sz="3600" dirty="0"/>
              <a:t>枯燥的知识 </a:t>
            </a:r>
            <a:r>
              <a:rPr lang="en-US" altLang="zh-CN" sz="3600" dirty="0"/>
              <a:t>---------&gt;</a:t>
            </a:r>
            <a:endParaRPr lang="en-US" altLang="zh-CN" sz="3600" dirty="0"/>
          </a:p>
        </p:txBody>
      </p:sp>
      <p:sp>
        <p:nvSpPr>
          <p:cNvPr id="4" name="内容占位符 1"/>
          <p:cNvSpPr>
            <a:spLocks noGrp="1"/>
          </p:cNvSpPr>
          <p:nvPr>
            <p:custDataLst>
              <p:tags r:id="rId3"/>
            </p:custDataLst>
          </p:nvPr>
        </p:nvSpPr>
        <p:spPr>
          <a:xfrm>
            <a:off x="6184265" y="1586230"/>
            <a:ext cx="4939665" cy="4759325"/>
          </a:xfrm>
          <a:prstGeom prst="rect">
            <a:avLst/>
          </a:prstGeom>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8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2800" dirty="0"/>
              <a:t>有趣的杂耍</a:t>
            </a:r>
            <a:endParaRPr lang="zh-CN" altLang="en-US" sz="2800" dirty="0"/>
          </a:p>
        </p:txBody>
      </p:sp>
    </p:spTree>
    <p:custDataLst>
      <p:tags r:id="rId4"/>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p:txBody>
          <a:bodyPr/>
          <a:lstStyle/>
          <a:p>
            <a:r>
              <a:rPr lang="zh-CN" altLang="en-US"/>
              <a:t>地图与彩蛋</a:t>
            </a:r>
            <a:endParaRPr lang="zh-CN" altLang="en-US"/>
          </a:p>
        </p:txBody>
      </p:sp>
      <p:sp>
        <p:nvSpPr>
          <p:cNvPr id="2" name="内容占位符 1"/>
          <p:cNvSpPr>
            <a:spLocks noGrp="1"/>
          </p:cNvSpPr>
          <p:nvPr>
            <p:ph idx="1"/>
            <p:custDataLst>
              <p:tags r:id="rId2"/>
            </p:custDataLst>
          </p:nvPr>
        </p:nvSpPr>
        <p:spPr/>
        <p:txBody>
          <a:bodyPr>
            <a:normAutofit lnSpcReduction="10000"/>
          </a:bodyPr>
          <a:lstStyle/>
          <a:p>
            <a:r>
              <a:rPr lang="zh-CN" altLang="en-US" sz="3600" dirty="0"/>
              <a:t>编码（</a:t>
            </a:r>
            <a:r>
              <a:rPr lang="en-US" altLang="zh-CN" sz="3600" dirty="0"/>
              <a:t>Encoding</a:t>
            </a:r>
            <a:r>
              <a:rPr sz="3600" dirty="0"/>
              <a:t>）</a:t>
            </a:r>
            <a:endParaRPr sz="3600" dirty="0"/>
          </a:p>
          <a:p>
            <a:r>
              <a:rPr sz="3600">
                <a:sym typeface="+mn-ea"/>
              </a:rPr>
              <a:t>哈希（</a:t>
            </a:r>
            <a:r>
              <a:rPr lang="en-US" altLang="zh-CN" sz="3600">
                <a:sym typeface="+mn-ea"/>
              </a:rPr>
              <a:t>Hash</a:t>
            </a:r>
            <a:r>
              <a:rPr sz="3600">
                <a:sym typeface="+mn-ea"/>
              </a:rPr>
              <a:t>）</a:t>
            </a:r>
            <a:endParaRPr lang="zh-CN" altLang="en-US" sz="3600" dirty="0"/>
          </a:p>
          <a:p>
            <a:r>
              <a:rPr sz="3600">
                <a:sym typeface="+mn-ea"/>
              </a:rPr>
              <a:t>随机（</a:t>
            </a:r>
            <a:r>
              <a:rPr lang="en-US" altLang="zh-CN" sz="3600">
                <a:sym typeface="+mn-ea"/>
              </a:rPr>
              <a:t>Randomness</a:t>
            </a:r>
            <a:r>
              <a:rPr sz="3600">
                <a:sym typeface="+mn-ea"/>
              </a:rPr>
              <a:t>）</a:t>
            </a:r>
            <a:endParaRPr lang="zh-CN" altLang="en-US" sz="3600" dirty="0"/>
          </a:p>
          <a:p>
            <a:r>
              <a:rPr lang="zh-CN" altLang="en-US" sz="3600" dirty="0"/>
              <a:t>加密（</a:t>
            </a:r>
            <a:r>
              <a:rPr lang="en-US" altLang="zh-CN" sz="3600" dirty="0"/>
              <a:t>Encryption</a:t>
            </a:r>
            <a:r>
              <a:rPr sz="3600" dirty="0"/>
              <a:t>）</a:t>
            </a:r>
            <a:endParaRPr lang="zh-CN" altLang="en-US" sz="3600" dirty="0"/>
          </a:p>
          <a:p>
            <a:r>
              <a:rPr lang="en-US" altLang="zh-CN" sz="3600" dirty="0">
                <a:solidFill>
                  <a:srgbClr val="FF0000"/>
                </a:solidFill>
              </a:rPr>
              <a:t>LLM Jailbreak</a:t>
            </a:r>
            <a:r>
              <a:rPr sz="3600" dirty="0">
                <a:solidFill>
                  <a:srgbClr val="FF0000"/>
                </a:solidFill>
              </a:rPr>
              <a:t>（</a:t>
            </a:r>
            <a:r>
              <a:rPr lang="en-US" altLang="zh-CN" sz="3600" dirty="0">
                <a:solidFill>
                  <a:srgbClr val="FF0000"/>
                </a:solidFill>
              </a:rPr>
              <a:t>special guest</a:t>
            </a:r>
            <a:r>
              <a:rPr sz="3600" dirty="0">
                <a:solidFill>
                  <a:srgbClr val="FF0000"/>
                </a:solidFill>
              </a:rPr>
              <a:t>）</a:t>
            </a:r>
            <a:endParaRPr sz="3600" dirty="0">
              <a:solidFill>
                <a:srgbClr val="FF0000"/>
              </a:solidFill>
            </a:endParaRPr>
          </a:p>
        </p:txBody>
      </p:sp>
    </p:spTree>
    <p:custDataLst>
      <p:tags r:id="rId3"/>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p:txBody>
          <a:bodyPr/>
          <a:lstStyle/>
          <a:p>
            <a:r>
              <a:t>工具箱</a:t>
            </a:r>
          </a:p>
        </p:txBody>
      </p:sp>
      <p:sp>
        <p:nvSpPr>
          <p:cNvPr id="2" name="内容占位符 1"/>
          <p:cNvSpPr>
            <a:spLocks noGrp="1"/>
          </p:cNvSpPr>
          <p:nvPr>
            <p:ph idx="1"/>
            <p:custDataLst>
              <p:tags r:id="rId2"/>
            </p:custDataLst>
          </p:nvPr>
        </p:nvSpPr>
        <p:spPr>
          <a:xfrm>
            <a:off x="608330" y="1490345"/>
            <a:ext cx="3987165" cy="1849120"/>
          </a:xfrm>
        </p:spPr>
        <p:txBody>
          <a:bodyPr/>
          <a:lstStyle/>
          <a:p>
            <a:r>
              <a:rPr lang="en-US" altLang="zh-CN" sz="2800" dirty="0"/>
              <a:t>Python</a:t>
            </a:r>
            <a:r>
              <a:rPr sz="2800" dirty="0"/>
              <a:t>（胶水语言）</a:t>
            </a:r>
            <a:endParaRPr sz="2800" dirty="0"/>
          </a:p>
        </p:txBody>
      </p:sp>
      <p:sp>
        <p:nvSpPr>
          <p:cNvPr id="5" name="内容占位符 1"/>
          <p:cNvSpPr>
            <a:spLocks noGrp="1"/>
          </p:cNvSpPr>
          <p:nvPr>
            <p:custDataLst>
              <p:tags r:id="rId3"/>
            </p:custDataLst>
          </p:nvPr>
        </p:nvSpPr>
        <p:spPr>
          <a:xfrm>
            <a:off x="608330" y="4176395"/>
            <a:ext cx="4597400" cy="1849120"/>
          </a:xfrm>
          <a:prstGeom prst="rect">
            <a:avLst/>
          </a:prstGeom>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8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sz="2800" dirty="0"/>
              <a:t>CyberChef</a:t>
            </a:r>
            <a:r>
              <a:rPr sz="2800" dirty="0"/>
              <a:t>（</a:t>
            </a:r>
            <a:r>
              <a:rPr lang="en-US" altLang="zh-CN" sz="2800" dirty="0"/>
              <a:t>“</a:t>
            </a:r>
            <a:r>
              <a:rPr sz="2800" dirty="0"/>
              <a:t>瑞士军刀</a:t>
            </a:r>
            <a:r>
              <a:rPr lang="en-US" altLang="zh-CN" sz="2800" dirty="0"/>
              <a:t>”</a:t>
            </a:r>
            <a:r>
              <a:rPr sz="2800" dirty="0"/>
              <a:t>）</a:t>
            </a:r>
            <a:endParaRPr sz="2800" dirty="0"/>
          </a:p>
        </p:txBody>
      </p:sp>
      <p:sp>
        <p:nvSpPr>
          <p:cNvPr id="6" name="内容占位符 1"/>
          <p:cNvSpPr>
            <a:spLocks noGrp="1"/>
          </p:cNvSpPr>
          <p:nvPr>
            <p:custDataLst>
              <p:tags r:id="rId4"/>
            </p:custDataLst>
          </p:nvPr>
        </p:nvSpPr>
        <p:spPr>
          <a:xfrm>
            <a:off x="6577965" y="1555750"/>
            <a:ext cx="4857115" cy="1849120"/>
          </a:xfrm>
          <a:prstGeom prst="rect">
            <a:avLst/>
          </a:prstGeom>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8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sz="2800" dirty="0"/>
              <a:t>Sagemath</a:t>
            </a:r>
            <a:r>
              <a:rPr sz="2800" dirty="0"/>
              <a:t>（高级</a:t>
            </a:r>
            <a:r>
              <a:rPr sz="2800" dirty="0"/>
              <a:t>数学工具）</a:t>
            </a:r>
            <a:endParaRPr sz="2800" dirty="0"/>
          </a:p>
        </p:txBody>
      </p:sp>
      <p:sp>
        <p:nvSpPr>
          <p:cNvPr id="7" name="内容占位符 1"/>
          <p:cNvSpPr>
            <a:spLocks noGrp="1"/>
          </p:cNvSpPr>
          <p:nvPr>
            <p:custDataLst>
              <p:tags r:id="rId5"/>
            </p:custDataLst>
          </p:nvPr>
        </p:nvSpPr>
        <p:spPr>
          <a:xfrm>
            <a:off x="6278245" y="4072890"/>
            <a:ext cx="4794885" cy="1849120"/>
          </a:xfrm>
          <a:prstGeom prst="rect">
            <a:avLst/>
          </a:prstGeom>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8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sz="2800" dirty="0"/>
              <a:t>CoCalc</a:t>
            </a:r>
            <a:r>
              <a:rPr sz="2800" dirty="0"/>
              <a:t>（在线数学工具）</a:t>
            </a:r>
            <a:endParaRPr sz="2800" dirty="0"/>
          </a:p>
        </p:txBody>
      </p:sp>
      <p:pic>
        <p:nvPicPr>
          <p:cNvPr id="8" name="图片 7"/>
          <p:cNvPicPr>
            <a:picLocks noChangeAspect="1"/>
          </p:cNvPicPr>
          <p:nvPr/>
        </p:nvPicPr>
        <p:blipFill>
          <a:blip r:embed="rId6"/>
          <a:stretch>
            <a:fillRect/>
          </a:stretch>
        </p:blipFill>
        <p:spPr>
          <a:xfrm>
            <a:off x="1662430" y="2152650"/>
            <a:ext cx="2023745" cy="2023745"/>
          </a:xfrm>
          <a:prstGeom prst="rect">
            <a:avLst/>
          </a:prstGeom>
        </p:spPr>
      </p:pic>
      <p:pic>
        <p:nvPicPr>
          <p:cNvPr id="9" name="图片 8"/>
          <p:cNvPicPr>
            <a:picLocks noChangeAspect="1"/>
          </p:cNvPicPr>
          <p:nvPr/>
        </p:nvPicPr>
        <p:blipFill>
          <a:blip r:embed="rId7"/>
          <a:stretch>
            <a:fillRect/>
          </a:stretch>
        </p:blipFill>
        <p:spPr>
          <a:xfrm>
            <a:off x="6360160" y="2329180"/>
            <a:ext cx="5074920" cy="1670685"/>
          </a:xfrm>
          <a:prstGeom prst="rect">
            <a:avLst/>
          </a:prstGeom>
        </p:spPr>
      </p:pic>
      <p:pic>
        <p:nvPicPr>
          <p:cNvPr id="10" name="图片 9"/>
          <p:cNvPicPr>
            <a:picLocks noChangeAspect="1"/>
          </p:cNvPicPr>
          <p:nvPr/>
        </p:nvPicPr>
        <p:blipFill>
          <a:blip r:embed="rId8"/>
          <a:stretch>
            <a:fillRect/>
          </a:stretch>
        </p:blipFill>
        <p:spPr>
          <a:xfrm>
            <a:off x="1765300" y="4863465"/>
            <a:ext cx="1818005" cy="1818005"/>
          </a:xfrm>
          <a:prstGeom prst="rect">
            <a:avLst/>
          </a:prstGeom>
        </p:spPr>
      </p:pic>
      <p:pic>
        <p:nvPicPr>
          <p:cNvPr id="11" name="图片 10"/>
          <p:cNvPicPr>
            <a:picLocks noChangeAspect="1"/>
          </p:cNvPicPr>
          <p:nvPr/>
        </p:nvPicPr>
        <p:blipFill>
          <a:blip r:embed="rId9"/>
          <a:stretch>
            <a:fillRect/>
          </a:stretch>
        </p:blipFill>
        <p:spPr>
          <a:xfrm>
            <a:off x="7196455" y="4986655"/>
            <a:ext cx="1609725" cy="1571625"/>
          </a:xfrm>
          <a:prstGeom prst="rect">
            <a:avLst/>
          </a:prstGeom>
        </p:spPr>
      </p:pic>
    </p:spTree>
    <p:custDataLst>
      <p:tags r:id="rId10"/>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p:txBody>
          <a:bodyPr/>
          <a:lstStyle/>
          <a:p>
            <a:r>
              <a:rPr lang="zh-CN" altLang="en-US"/>
              <a:t>鸡叫与</a:t>
            </a:r>
            <a:r>
              <a:rPr lang="zh-CN" altLang="en-US"/>
              <a:t>安全</a:t>
            </a:r>
            <a:endParaRPr lang="zh-CN" altLang="en-US"/>
          </a:p>
        </p:txBody>
      </p:sp>
      <p:sp>
        <p:nvSpPr>
          <p:cNvPr id="5" name="标题 2"/>
          <p:cNvSpPr>
            <a:spLocks noGrp="1"/>
          </p:cNvSpPr>
          <p:nvPr>
            <p:custDataLst>
              <p:tags r:id="rId2"/>
            </p:custDataLst>
          </p:nvPr>
        </p:nvSpPr>
        <p:spPr>
          <a:xfrm>
            <a:off x="476885" y="1564640"/>
            <a:ext cx="10968990" cy="4537075"/>
          </a:xfrm>
          <a:prstGeom prst="rect">
            <a:avLst/>
          </a:prstGeom>
        </p:spPr>
        <p:txBody>
          <a:bodyPr vert="horz" lIns="90000" tIns="46800" rIns="90000" bIns="46800" rtlCol="0" anchor="ctr" anchorCtr="0">
            <a:normAutofit/>
          </a:bodyPr>
          <a:lstStyle>
            <a:lvl1pPr marL="0" marR="0" algn="l" defTabSz="914400" rtl="0" eaLnBrk="1" fontAlgn="auto" latinLnBrk="0" hangingPunct="1">
              <a:lnSpc>
                <a:spcPct val="100000"/>
              </a:lnSpc>
              <a:spcBef>
                <a:spcPct val="0"/>
              </a:spcBef>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r>
              <a:rPr lang="en-US" altLang="zh-CN"/>
              <a:t>             A           </a:t>
            </a:r>
            <a:r>
              <a:t>鸡         </a:t>
            </a:r>
            <a:r>
              <a:rPr lang="en-US" altLang="zh-CN"/>
              <a:t>B</a:t>
            </a:r>
            <a:endParaRPr lang="en-US" altLang="zh-CN"/>
          </a:p>
          <a:p>
            <a:r>
              <a:rPr lang="en-US" altLang="zh-CN"/>
              <a:t>                          C</a:t>
            </a:r>
            <a:endParaRPr lang="en-US" altLang="zh-CN"/>
          </a:p>
          <a:p>
            <a:endParaRPr lang="en-US" altLang="zh-CN"/>
          </a:p>
          <a:p>
            <a:r>
              <a:rPr lang="en-US" altLang="zh-CN"/>
              <a:t>                </a:t>
            </a:r>
            <a:r>
              <a:t>（基于隐匿的安全）</a:t>
            </a:r>
          </a:p>
        </p:txBody>
      </p:sp>
    </p:spTree>
    <p:custDataLst>
      <p:tags r:id="rId3"/>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p:txBody>
          <a:bodyPr/>
          <a:lstStyle/>
          <a:p>
            <a:r>
              <a:rPr lang="zh-CN" altLang="en-US"/>
              <a:t>编码 </a:t>
            </a:r>
            <a:r>
              <a:rPr lang="en-US" altLang="zh-CN"/>
              <a:t>vs </a:t>
            </a:r>
            <a:r>
              <a:t>加密</a:t>
            </a:r>
          </a:p>
        </p:txBody>
      </p:sp>
      <p:sp>
        <p:nvSpPr>
          <p:cNvPr id="2" name="内容占位符 1"/>
          <p:cNvSpPr>
            <a:spLocks noGrp="1"/>
          </p:cNvSpPr>
          <p:nvPr>
            <p:ph idx="1"/>
            <p:custDataLst>
              <p:tags r:id="rId2"/>
            </p:custDataLst>
          </p:nvPr>
        </p:nvSpPr>
        <p:spPr/>
        <p:txBody>
          <a:bodyPr/>
          <a:lstStyle/>
          <a:p>
            <a:r>
              <a:rPr sz="3600" dirty="0"/>
              <a:t>古典密码（</a:t>
            </a:r>
            <a:r>
              <a:rPr lang="en-US" altLang="zh-CN" sz="3600" dirty="0"/>
              <a:t>Ancient Crypto</a:t>
            </a:r>
            <a:r>
              <a:rPr sz="3600" dirty="0"/>
              <a:t>）</a:t>
            </a:r>
            <a:r>
              <a:rPr lang="en-US" altLang="zh-CN" sz="3600" dirty="0"/>
              <a:t>-&gt;</a:t>
            </a:r>
            <a:r>
              <a:rPr sz="3600" dirty="0"/>
              <a:t>规则简单，视信息为编码</a:t>
            </a:r>
            <a:endParaRPr sz="3600" dirty="0"/>
          </a:p>
          <a:p>
            <a:r>
              <a:rPr sz="3600" dirty="0"/>
              <a:t>现代编码（</a:t>
            </a:r>
            <a:r>
              <a:rPr lang="en-US" altLang="zh-CN" sz="3600" dirty="0"/>
              <a:t>Encoding</a:t>
            </a:r>
            <a:r>
              <a:rPr sz="3600" dirty="0"/>
              <a:t>）</a:t>
            </a:r>
            <a:r>
              <a:rPr lang="en-US" altLang="zh-CN" sz="3600" dirty="0"/>
              <a:t>-&gt; </a:t>
            </a:r>
            <a:r>
              <a:rPr sz="3600" dirty="0"/>
              <a:t>用于传输</a:t>
            </a:r>
            <a:endParaRPr sz="3600" dirty="0"/>
          </a:p>
          <a:p>
            <a:r>
              <a:rPr lang="en-US" altLang="zh-CN" sz="3600" dirty="0"/>
              <a:t>In CTF</a:t>
            </a:r>
            <a:r>
              <a:rPr sz="3600" dirty="0"/>
              <a:t>，</a:t>
            </a:r>
            <a:r>
              <a:rPr lang="en-US" altLang="zh-CN" sz="3600" dirty="0"/>
              <a:t>Ancient Crypto==Encoding</a:t>
            </a:r>
            <a:endParaRPr lang="en-US" altLang="zh-CN" sz="3600" dirty="0"/>
          </a:p>
        </p:txBody>
      </p:sp>
    </p:spTree>
    <p:custDataLst>
      <p:tags r:id="rId3"/>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p:txBody>
          <a:bodyPr/>
          <a:lstStyle/>
          <a:p>
            <a:r>
              <a:t>古典密码的把戏</a:t>
            </a:r>
          </a:p>
        </p:txBody>
      </p:sp>
      <p:sp>
        <p:nvSpPr>
          <p:cNvPr id="2" name="内容占位符 1"/>
          <p:cNvSpPr>
            <a:spLocks noGrp="1"/>
          </p:cNvSpPr>
          <p:nvPr>
            <p:ph idx="1"/>
            <p:custDataLst>
              <p:tags r:id="rId2"/>
            </p:custDataLst>
          </p:nvPr>
        </p:nvSpPr>
        <p:spPr/>
        <p:txBody>
          <a:bodyPr/>
          <a:lstStyle/>
          <a:p>
            <a:r>
              <a:rPr lang="zh-CN" altLang="en-US" dirty="0"/>
              <a:t>移位：</a:t>
            </a:r>
            <a:r>
              <a:rPr lang="zh-CN" altLang="en-US" dirty="0"/>
              <a:t>凯撒密码</a:t>
            </a:r>
            <a:endParaRPr lang="zh-CN" altLang="en-US" dirty="0"/>
          </a:p>
          <a:p>
            <a:endParaRPr lang="zh-CN" altLang="en-US" dirty="0"/>
          </a:p>
          <a:p>
            <a:endParaRPr lang="zh-CN" altLang="en-US" dirty="0"/>
          </a:p>
          <a:p>
            <a:endParaRPr lang="zh-CN" altLang="en-US" dirty="0"/>
          </a:p>
          <a:p>
            <a:endParaRPr lang="zh-CN" altLang="en-US" dirty="0"/>
          </a:p>
          <a:p>
            <a:r>
              <a:rPr lang="zh-CN" altLang="en-US" dirty="0"/>
              <a:t>换位：栅栏密码</a:t>
            </a:r>
            <a:endParaRPr lang="zh-CN" altLang="en-US" dirty="0"/>
          </a:p>
          <a:p>
            <a:endParaRPr lang="zh-CN" altLang="en-US" dirty="0"/>
          </a:p>
          <a:p>
            <a:endParaRPr lang="zh-CN" altLang="en-US" dirty="0"/>
          </a:p>
          <a:p>
            <a:r>
              <a:rPr lang="zh-CN" altLang="en-US" dirty="0"/>
              <a:t>维吉尼亚密码：凯撒密码</a:t>
            </a:r>
            <a:r>
              <a:rPr lang="en-US" altLang="zh-CN" dirty="0"/>
              <a:t>+</a:t>
            </a:r>
            <a:r>
              <a:rPr dirty="0"/>
              <a:t>密码本</a:t>
            </a:r>
            <a:endParaRPr lang="zh-CN" altLang="en-US" dirty="0"/>
          </a:p>
          <a:p>
            <a:endParaRPr lang="zh-CN" altLang="en-US" dirty="0"/>
          </a:p>
          <a:p>
            <a:endParaRPr lang="zh-CN" altLang="en-US" dirty="0"/>
          </a:p>
        </p:txBody>
      </p:sp>
      <p:pic>
        <p:nvPicPr>
          <p:cNvPr id="4" name="图片 3"/>
          <p:cNvPicPr>
            <a:picLocks noChangeAspect="1"/>
          </p:cNvPicPr>
          <p:nvPr/>
        </p:nvPicPr>
        <p:blipFill>
          <a:blip r:embed="rId3"/>
          <a:stretch>
            <a:fillRect/>
          </a:stretch>
        </p:blipFill>
        <p:spPr>
          <a:xfrm>
            <a:off x="904240" y="2031365"/>
            <a:ext cx="8880475" cy="1301115"/>
          </a:xfrm>
          <a:prstGeom prst="rect">
            <a:avLst/>
          </a:prstGeom>
        </p:spPr>
      </p:pic>
      <p:pic>
        <p:nvPicPr>
          <p:cNvPr id="5" name="图片 4"/>
          <p:cNvPicPr>
            <a:picLocks noChangeAspect="1"/>
          </p:cNvPicPr>
          <p:nvPr/>
        </p:nvPicPr>
        <p:blipFill>
          <a:blip r:embed="rId4"/>
          <a:stretch>
            <a:fillRect/>
          </a:stretch>
        </p:blipFill>
        <p:spPr>
          <a:xfrm>
            <a:off x="6008370" y="3453765"/>
            <a:ext cx="5553075" cy="1181100"/>
          </a:xfrm>
          <a:prstGeom prst="rect">
            <a:avLst/>
          </a:prstGeom>
        </p:spPr>
      </p:pic>
      <p:pic>
        <p:nvPicPr>
          <p:cNvPr id="6" name="图片 5"/>
          <p:cNvPicPr>
            <a:picLocks noChangeAspect="1"/>
          </p:cNvPicPr>
          <p:nvPr/>
        </p:nvPicPr>
        <p:blipFill>
          <a:blip r:embed="rId5"/>
          <a:stretch>
            <a:fillRect/>
          </a:stretch>
        </p:blipFill>
        <p:spPr>
          <a:xfrm>
            <a:off x="6008370" y="4755515"/>
            <a:ext cx="5158105" cy="1494155"/>
          </a:xfrm>
          <a:prstGeom prst="rect">
            <a:avLst/>
          </a:prstGeom>
        </p:spPr>
      </p:pic>
    </p:spTree>
    <p:custDataLst>
      <p:tags r:id="rId6"/>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p:txBody>
          <a:bodyPr/>
          <a:lstStyle/>
          <a:p>
            <a:r>
              <a:rPr lang="zh-CN" altLang="en-US"/>
              <a:t>词频分析</a:t>
            </a:r>
            <a:endParaRPr lang="zh-CN" altLang="en-US"/>
          </a:p>
        </p:txBody>
      </p:sp>
      <p:sp>
        <p:nvSpPr>
          <p:cNvPr id="2" name="内容占位符 1"/>
          <p:cNvSpPr>
            <a:spLocks noGrp="1"/>
          </p:cNvSpPr>
          <p:nvPr>
            <p:ph idx="1"/>
            <p:custDataLst>
              <p:tags r:id="rId2"/>
            </p:custDataLst>
          </p:nvPr>
        </p:nvSpPr>
        <p:spPr/>
        <p:txBody>
          <a:bodyPr/>
          <a:lstStyle/>
          <a:p>
            <a:r>
              <a:rPr sz="2000" dirty="0"/>
              <a:t>许多语言字母出现的频率有迹可循</a:t>
            </a:r>
            <a:endParaRPr sz="2000" dirty="0"/>
          </a:p>
          <a:p>
            <a:endParaRPr sz="2000" dirty="0"/>
          </a:p>
          <a:p>
            <a:endParaRPr sz="2000" dirty="0"/>
          </a:p>
          <a:p>
            <a:endParaRPr sz="2000" dirty="0"/>
          </a:p>
          <a:p>
            <a:endParaRPr sz="2000" dirty="0"/>
          </a:p>
          <a:p>
            <a:r>
              <a:rPr sz="2000" dirty="0"/>
              <a:t>取定间隔进行对比即可得到密文</a:t>
            </a:r>
            <a:endParaRPr sz="2000" dirty="0"/>
          </a:p>
          <a:p>
            <a:endParaRPr sz="2000" dirty="0"/>
          </a:p>
        </p:txBody>
      </p:sp>
      <p:pic>
        <p:nvPicPr>
          <p:cNvPr id="4" name="图片 3"/>
          <p:cNvPicPr>
            <a:picLocks noChangeAspect="1"/>
          </p:cNvPicPr>
          <p:nvPr/>
        </p:nvPicPr>
        <p:blipFill>
          <a:blip r:embed="rId3"/>
          <a:stretch>
            <a:fillRect/>
          </a:stretch>
        </p:blipFill>
        <p:spPr>
          <a:xfrm>
            <a:off x="5569585" y="443230"/>
            <a:ext cx="5713730" cy="3448050"/>
          </a:xfrm>
          <a:prstGeom prst="rect">
            <a:avLst/>
          </a:prstGeom>
        </p:spPr>
      </p:pic>
      <p:pic>
        <p:nvPicPr>
          <p:cNvPr id="6" name="图片 5"/>
          <p:cNvPicPr>
            <a:picLocks noChangeAspect="1"/>
          </p:cNvPicPr>
          <p:nvPr/>
        </p:nvPicPr>
        <p:blipFill>
          <a:blip r:embed="rId4"/>
          <a:stretch>
            <a:fillRect/>
          </a:stretch>
        </p:blipFill>
        <p:spPr>
          <a:xfrm>
            <a:off x="6104255" y="3891280"/>
            <a:ext cx="5095240" cy="2900680"/>
          </a:xfrm>
          <a:prstGeom prst="rect">
            <a:avLst/>
          </a:prstGeom>
        </p:spPr>
      </p:pic>
    </p:spTree>
    <p:custDataLst>
      <p:tags r:id="rId5"/>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p:txBody>
          <a:bodyPr/>
          <a:lstStyle/>
          <a:p>
            <a:r>
              <a:rPr lang="zh-CN" altLang="en-US"/>
              <a:t>现代搬运工</a:t>
            </a:r>
            <a:endParaRPr lang="zh-CN" altLang="en-US"/>
          </a:p>
        </p:txBody>
      </p:sp>
      <p:sp>
        <p:nvSpPr>
          <p:cNvPr id="2" name="内容占位符 1"/>
          <p:cNvSpPr>
            <a:spLocks noGrp="1"/>
          </p:cNvSpPr>
          <p:nvPr>
            <p:ph idx="1"/>
            <p:custDataLst>
              <p:tags r:id="rId2"/>
            </p:custDataLst>
          </p:nvPr>
        </p:nvSpPr>
        <p:spPr/>
        <p:txBody>
          <a:bodyPr/>
          <a:lstStyle/>
          <a:p>
            <a:r>
              <a:rPr lang="en-US" altLang="zh-CN" sz="2800" dirty="0"/>
              <a:t>base64</a:t>
            </a:r>
            <a:r>
              <a:rPr sz="2800" dirty="0"/>
              <a:t>：ZG95b3VsaWtlIGNyeXB0byBpbiBjdGY/Pw==</a:t>
            </a:r>
            <a:endParaRPr sz="2800" dirty="0"/>
          </a:p>
          <a:p>
            <a:r>
              <a:rPr lang="en-US" altLang="zh-CN" sz="2800" dirty="0"/>
              <a:t>morse</a:t>
            </a:r>
            <a:r>
              <a:rPr sz="2800" dirty="0"/>
              <a:t>：--.. --. ----. ..... -... ...-- ...- ... .- .-- - .-.. .. --. -. -.-- . -..- -... ----- -... -.-- -... .--. -... .. -... .--- -.. --. -.-- -...-</a:t>
            </a:r>
            <a:endParaRPr sz="2800" dirty="0"/>
          </a:p>
          <a:p>
            <a:r>
              <a:rPr lang="en-US" altLang="zh-CN" sz="2800" dirty="0"/>
              <a:t>base85</a:t>
            </a:r>
            <a:r>
              <a:rPr sz="2800" dirty="0"/>
              <a:t>：A8`T9Dfm1=Bkq9&amp;@rcj6FDi:9DBNG2Aj6</a:t>
            </a:r>
            <a:endParaRPr sz="2800" dirty="0"/>
          </a:p>
          <a:p>
            <a:r>
              <a:rPr sz="2800" dirty="0"/>
              <a:t>为了满足特定的传输需求而设置。</a:t>
            </a:r>
            <a:endParaRPr sz="2800" dirty="0"/>
          </a:p>
          <a:p>
            <a:r>
              <a:rPr sz="2800" dirty="0"/>
              <a:t>看到它们，丢进 </a:t>
            </a:r>
            <a:r>
              <a:rPr lang="en-US" altLang="zh-CN" sz="2800" dirty="0"/>
              <a:t>Cyberchef </a:t>
            </a:r>
            <a:r>
              <a:rPr sz="2800" dirty="0"/>
              <a:t>秒出。</a:t>
            </a:r>
            <a:endParaRPr sz="2800" dirty="0"/>
          </a:p>
          <a:p>
            <a:endParaRPr sz="2800" dirty="0"/>
          </a:p>
        </p:txBody>
      </p:sp>
    </p:spTree>
    <p:custDataLst>
      <p:tags r:id="rId3"/>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p:txBody>
          <a:bodyPr/>
          <a:lstStyle/>
          <a:p>
            <a:r>
              <a:rPr lang="zh-CN" altLang="en-US"/>
              <a:t>自定义编码？</a:t>
            </a:r>
            <a:endParaRPr lang="zh-CN" altLang="en-US"/>
          </a:p>
        </p:txBody>
      </p:sp>
      <p:sp>
        <p:nvSpPr>
          <p:cNvPr id="2" name="内容占位符 1"/>
          <p:cNvSpPr>
            <a:spLocks noGrp="1"/>
          </p:cNvSpPr>
          <p:nvPr>
            <p:ph idx="1"/>
            <p:custDataLst>
              <p:tags r:id="rId2"/>
            </p:custDataLst>
          </p:nvPr>
        </p:nvSpPr>
        <p:spPr/>
        <p:txBody>
          <a:bodyPr/>
          <a:lstStyle/>
          <a:p>
            <a:r>
              <a:rPr lang="zh-CN" altLang="en-US" dirty="0"/>
              <a:t>考察快速学习能力。</a:t>
            </a:r>
            <a:endParaRPr lang="zh-CN" altLang="en-US" dirty="0"/>
          </a:p>
          <a:p>
            <a:r>
              <a:rPr lang="zh-CN" altLang="en-US" dirty="0"/>
              <a:t>还有编码成颜文字的：</a:t>
            </a:r>
            <a:endParaRPr lang="zh-CN" altLang="en-US" dirty="0"/>
          </a:p>
          <a:p>
            <a:r>
              <a:rPr lang="zh-CN" altLang="en-US" dirty="0"/>
              <a:t>https://fly63.com/tool/aaEncode/</a:t>
            </a:r>
            <a:endParaRPr lang="zh-CN" altLang="en-US" dirty="0"/>
          </a:p>
          <a:p>
            <a:endParaRPr lang="zh-CN" altLang="en-US" dirty="0"/>
          </a:p>
        </p:txBody>
      </p:sp>
      <p:pic>
        <p:nvPicPr>
          <p:cNvPr id="4" name="图片 3"/>
          <p:cNvPicPr>
            <a:picLocks noChangeAspect="1"/>
          </p:cNvPicPr>
          <p:nvPr/>
        </p:nvPicPr>
        <p:blipFill>
          <a:blip r:embed="rId3"/>
          <a:stretch>
            <a:fillRect/>
          </a:stretch>
        </p:blipFill>
        <p:spPr>
          <a:xfrm>
            <a:off x="6100445" y="-413385"/>
            <a:ext cx="5725795" cy="3998595"/>
          </a:xfrm>
          <a:prstGeom prst="rect">
            <a:avLst/>
          </a:prstGeom>
        </p:spPr>
      </p:pic>
      <p:pic>
        <p:nvPicPr>
          <p:cNvPr id="5" name="图片 4"/>
          <p:cNvPicPr>
            <a:picLocks noChangeAspect="1"/>
          </p:cNvPicPr>
          <p:nvPr/>
        </p:nvPicPr>
        <p:blipFill>
          <a:blip r:embed="rId4"/>
          <a:stretch>
            <a:fillRect/>
          </a:stretch>
        </p:blipFill>
        <p:spPr>
          <a:xfrm>
            <a:off x="1812925" y="3802380"/>
            <a:ext cx="6080125" cy="2926080"/>
          </a:xfrm>
          <a:prstGeom prst="rect">
            <a:avLst/>
          </a:prstGeom>
        </p:spPr>
      </p:pic>
    </p:spTree>
    <p:custDataLst>
      <p:tags r:id="rId5"/>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p:txBody>
          <a:bodyPr/>
          <a:lstStyle/>
          <a:p>
            <a:r>
              <a:rPr lang="en-US" altLang="zh-CN"/>
              <a:t>Demo1</a:t>
            </a:r>
            <a:endParaRPr lang="en-US" altLang="zh-CN"/>
          </a:p>
        </p:txBody>
      </p:sp>
      <p:sp>
        <p:nvSpPr>
          <p:cNvPr id="2" name="内容占位符 1"/>
          <p:cNvSpPr>
            <a:spLocks noGrp="1"/>
          </p:cNvSpPr>
          <p:nvPr>
            <p:ph idx="1"/>
            <p:custDataLst>
              <p:tags r:id="rId2"/>
            </p:custDataLst>
          </p:nvPr>
        </p:nvSpPr>
        <p:spPr/>
        <p:txBody>
          <a:bodyPr/>
          <a:lstStyle/>
          <a:p>
            <a:r>
              <a:rPr lang="zh-CN" altLang="en-US" dirty="0"/>
              <a:t>--/.-/-.--/..--.-/-..././..--.-/..../.-/...-/./..--.-/.-/-./---/-/...././.-./..--.-/-.././-.-./---/-.././..../..../..../..../.-/.-/.-/.-/.-/-.../.-/.-/-.../-.../-.../.-/.-/-.../-.../.-/.-/.-/.-/.-/.-/.-/.-/-.../.-/.-/-.../.-/-.../.-/.-/.-/.-/.-/.-/.-/-.../-.../.-/-.../.-/.-/.-/-.../-.../.-/.-/.-/-.../-.../.-/.-/-.../.-/.-/.-/.-/-.../.-/-.../.-/.-/-.../.-/.-/.-/-.../-.../.-/-.../.-/.-/.-/-.../.-/.-/.-/-.../.-/.-/-.../.-/-.../-.../.-/.-/-.../-.../-.../.-/-.../.-/.-/.-/-.../.-/-.../.-/-.../-.../.-/.-/.-/-.../-.../.-/-.../.-/.-/.-/-.../.-/.-/-.../.-/.-/-.../.-/.-/.-/.-/-.../-.../.-/-.../-.../.-/.-/-.../-.../.-/.-/-.../.-/.-/-.../.-/.-/.-/-.../.-/.-/-.../.-/.-/-.../.-/.-/-.../.-/-.../.-/.-/-.../-.../.-/-.../.-/.-/.-/.-/-.../-.../.-/-.../.-/.-/-.../-.../.-</a:t>
            </a:r>
            <a:endParaRPr lang="zh-CN" altLang="en-US" dirty="0"/>
          </a:p>
        </p:txBody>
      </p:sp>
    </p:spTree>
    <p:custDataLst>
      <p:tags r:id="rId3"/>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p:txBody>
          <a:bodyPr/>
          <a:lstStyle/>
          <a:p>
            <a:r>
              <a:rPr lang="en-US" altLang="zh-CN"/>
              <a:t>Demo2</a:t>
            </a:r>
            <a:endParaRPr lang="en-US" altLang="zh-CN"/>
          </a:p>
        </p:txBody>
      </p:sp>
      <p:sp>
        <p:nvSpPr>
          <p:cNvPr id="2" name="内容占位符 1"/>
          <p:cNvSpPr>
            <a:spLocks noGrp="1"/>
          </p:cNvSpPr>
          <p:nvPr>
            <p:ph idx="1"/>
            <p:custDataLst>
              <p:tags r:id="rId2"/>
            </p:custDataLst>
          </p:nvPr>
        </p:nvSpPr>
        <p:spPr/>
        <p:txBody>
          <a:bodyPr>
            <a:normAutofit fontScale="90000" lnSpcReduction="20000"/>
          </a:bodyPr>
          <a:lstStyle/>
          <a:p>
            <a:r>
              <a:rPr lang="zh-CN" altLang="en-US" dirty="0"/>
              <a:t>tn gpvetlv-pk uu ukvqyvkpqvipmhvq mp)vycvl qq ukv-hvjpmvl lqpmvyuvqjpv-turvtu)vycvjti ukvuyqj ukvqyv)yvyugpvymvqe gpvljpvjt)voppop)v uqyvqjpv-yyrvjpmvl lqpmvetlvmpt) ukv-(qv qvjt)vuyvo gq(mplvymvgyuipmltq yulv uv qvtu)vejtqv lvqjpv(lpvycvtv-yyrvqjy(kjqvtn gpve qjy(qvo gq(mplvymvgyuipmltq yulvlyvljpvetlvgyul )pm ukv uvjpmvyeuvb u)vdtlvepnnvtlvljpvgy(n)vcymvqjpvjyqv)thvbt)pvjpmvcppnvipmhvlnppohvtu)vlq(o )wvejpqjpmvqjpvonptl(mpvycvbtr ukvtv)t lhfgjt uvey(n)v-pveymqjvqjpvqmy(-npvycvkpqq ukv(ovtu)vo gr ukvqjpv)t l plvejpuvl())punhvtvej qpvmt-- qve qjvo urvphplvmtuvgnylpv-hvjpmvqjpmpvetlvuyqj ukvlyvipmhvmpbtmrt-npv uvqjtqvuymv) )vtn gpvqj urv qvlyvipmhvb(gjvy(qvycvqjpvethvqyvjptmvqjpvmt-- qvlthvqyv qlpncvyjv)ptmvyjv)ptmv vljtnnv-pvqyyvntqpvdejpuvljpvqjy(kjqv qvyipmvtcqpmetm)lv qvygg(mmp)vqyvjpmvqjtqvljpvy(kjqvqyvjtipveyu)pmp)vtqvqj lv-(qvtqvqjpvq bpv qvtnnvlppbp)vs( qpvutq(mtnwv-(qvejpuvqjpvmt-- qvtgq(tnnhvqyyrvtvetqgjvy(qvycv qlvet lqgytqfoygrpqvtu)vnyyrp)vtqv qvtu)vqjpuvj(mm p)vyuvtn gpvlqtmqp)vqyvjpmvcppqvcymv qvcntljp)vtgmyllvjpmvb u)vqjtqvljpvjt)vupipmv-pcympvlppuvtvmt-- qve qjvp qjpmvtvet lqgytqfoygrpqvymvtvetqgjvqyvqtrpvy(qvycv qvtu)v-(mu ukve qjvg(m yl qhvljpvmtuvtgmyllvqjpvc pn)vtcqpmv qvtu)vetlva(lqv uvq bpvqyvlppv qvoyov)yeuvtvntmkpvmt-- qfjynpv(u)pmvqjpvjp)kpvcntkv lvmpbyipfqjplpftuuyh ukf-mtgrpqlftu)f)yeufqjpfmt-- qfjynp</a:t>
            </a:r>
            <a:endParaRPr lang="zh-CN" altLang="en-US" dirty="0"/>
          </a:p>
        </p:txBody>
      </p:sp>
    </p:spTree>
    <p:custDataLst>
      <p:tags r:id="rId3"/>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p:txBody>
          <a:bodyPr/>
          <a:lstStyle/>
          <a:p>
            <a:r>
              <a:rPr lang="zh-CN" altLang="en-US"/>
              <a:t>哈希：榨汁</a:t>
            </a:r>
            <a:endParaRPr lang="zh-CN" altLang="en-US"/>
          </a:p>
        </p:txBody>
      </p:sp>
      <p:sp>
        <p:nvSpPr>
          <p:cNvPr id="2" name="内容占位符 1"/>
          <p:cNvSpPr>
            <a:spLocks noGrp="1"/>
          </p:cNvSpPr>
          <p:nvPr>
            <p:ph idx="1"/>
            <p:custDataLst>
              <p:tags r:id="rId2"/>
            </p:custDataLst>
          </p:nvPr>
        </p:nvSpPr>
        <p:spPr/>
        <p:txBody>
          <a:bodyPr/>
          <a:lstStyle/>
          <a:p>
            <a:r>
              <a:rPr lang="zh-CN" altLang="en-US" sz="3200" dirty="0"/>
              <a:t>牛肉</a:t>
            </a:r>
            <a:r>
              <a:rPr lang="en-US" altLang="zh-CN" sz="3200" dirty="0"/>
              <a:t>------------------&gt;</a:t>
            </a:r>
            <a:r>
              <a:rPr sz="3200" dirty="0"/>
              <a:t>绞肉机</a:t>
            </a:r>
            <a:r>
              <a:rPr lang="en-US" altLang="zh-CN" sz="3200" dirty="0"/>
              <a:t>-----------------&gt;</a:t>
            </a:r>
            <a:r>
              <a:rPr sz="3200" dirty="0"/>
              <a:t>肉丸</a:t>
            </a:r>
            <a:endParaRPr sz="3200" dirty="0"/>
          </a:p>
          <a:p>
            <a:r>
              <a:rPr sz="3200" dirty="0"/>
              <a:t>无法把肉丸还原为整块的牛肉，哈希是不可逆的</a:t>
            </a:r>
            <a:endParaRPr sz="3200" dirty="0"/>
          </a:p>
        </p:txBody>
      </p:sp>
    </p:spTree>
    <p:custDataLst>
      <p:tags r:id="rId3"/>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p:txBody>
          <a:bodyPr/>
          <a:lstStyle/>
          <a:p>
            <a:r>
              <a:t>雪崩效应</a:t>
            </a:r>
          </a:p>
        </p:txBody>
      </p:sp>
      <p:sp>
        <p:nvSpPr>
          <p:cNvPr id="2" name="内容占位符 1"/>
          <p:cNvSpPr>
            <a:spLocks noGrp="1"/>
          </p:cNvSpPr>
          <p:nvPr>
            <p:ph idx="1"/>
            <p:custDataLst>
              <p:tags r:id="rId2"/>
            </p:custDataLst>
          </p:nvPr>
        </p:nvSpPr>
        <p:spPr/>
        <p:txBody>
          <a:bodyPr/>
          <a:lstStyle/>
          <a:p>
            <a:r>
              <a:rPr lang="zh-CN" altLang="en-US" sz="2800" dirty="0"/>
              <a:t>goodmorningCrypto</a:t>
            </a:r>
            <a:r>
              <a:rPr lang="en-US" altLang="zh-CN" sz="2800" dirty="0"/>
              <a:t>---MD5---&gt;A5BEB7890A053627F9AA34DFF7FA2016</a:t>
            </a:r>
            <a:endParaRPr lang="en-US" altLang="zh-CN" sz="2800" dirty="0"/>
          </a:p>
          <a:p>
            <a:r>
              <a:rPr sz="2800">
                <a:sym typeface="+mn-ea"/>
              </a:rPr>
              <a:t>goodmorning</a:t>
            </a:r>
            <a:r>
              <a:rPr lang="en-US" altLang="zh-CN" sz="2800">
                <a:sym typeface="+mn-ea"/>
              </a:rPr>
              <a:t>c</a:t>
            </a:r>
            <a:r>
              <a:rPr sz="2800">
                <a:sym typeface="+mn-ea"/>
              </a:rPr>
              <a:t>rypto </a:t>
            </a:r>
            <a:r>
              <a:rPr lang="en-US" altLang="zh-CN" sz="2800">
                <a:sym typeface="+mn-ea"/>
              </a:rPr>
              <a:t>---MD5---&gt;6889B3B2AD00B6866E12223E6BE78281</a:t>
            </a:r>
            <a:endParaRPr lang="en-US" altLang="zh-CN" sz="2800">
              <a:sym typeface="+mn-ea"/>
            </a:endParaRPr>
          </a:p>
          <a:p>
            <a:r>
              <a:rPr sz="2800">
                <a:sym typeface="+mn-ea"/>
              </a:rPr>
              <a:t>改变一个字符都会导致完全不同！</a:t>
            </a:r>
            <a:endParaRPr sz="2800">
              <a:sym typeface="+mn-ea"/>
            </a:endParaRPr>
          </a:p>
          <a:p>
            <a:r>
              <a:rPr lang="en-US" altLang="zh-CN" sz="2800">
                <a:sym typeface="+mn-ea"/>
              </a:rPr>
              <a:t>A B A B MD5(A)==MD5(B)</a:t>
            </a:r>
            <a:endParaRPr lang="en-US" altLang="zh-CN" sz="2800">
              <a:sym typeface="+mn-ea"/>
            </a:endParaRPr>
          </a:p>
        </p:txBody>
      </p:sp>
    </p:spTree>
    <p:custDataLst>
      <p:tags r:id="rId3"/>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p:txBody>
          <a:bodyPr/>
          <a:lstStyle/>
          <a:p>
            <a:r>
              <a:rPr lang="zh-CN" altLang="en-US"/>
              <a:t>破解方法：撞</a:t>
            </a:r>
            <a:endParaRPr lang="zh-CN" altLang="en-US"/>
          </a:p>
        </p:txBody>
      </p:sp>
      <p:sp>
        <p:nvSpPr>
          <p:cNvPr id="2" name="内容占位符 1"/>
          <p:cNvSpPr>
            <a:spLocks noGrp="1"/>
          </p:cNvSpPr>
          <p:nvPr>
            <p:ph idx="1"/>
            <p:custDataLst>
              <p:tags r:id="rId2"/>
            </p:custDataLst>
          </p:nvPr>
        </p:nvSpPr>
        <p:spPr/>
        <p:txBody>
          <a:bodyPr/>
          <a:lstStyle/>
          <a:p>
            <a:r>
              <a:rPr lang="zh-CN" altLang="en-US" sz="2800" dirty="0"/>
              <a:t>密码不长的时候你可以枚举出来。</a:t>
            </a:r>
            <a:r>
              <a:rPr lang="en-US" altLang="zh-CN" sz="2800" dirty="0"/>
              <a:t>sha256(password)</a:t>
            </a:r>
            <a:endParaRPr lang="zh-CN" altLang="en-US" sz="2800" dirty="0"/>
          </a:p>
          <a:p>
            <a:r>
              <a:rPr lang="zh-CN" altLang="en-US" sz="2800" dirty="0"/>
              <a:t>弱密码可以用 </a:t>
            </a:r>
            <a:r>
              <a:rPr lang="en-US" altLang="zh-CN" sz="2800" dirty="0"/>
              <a:t>cmd5.org</a:t>
            </a:r>
            <a:r>
              <a:rPr sz="2800" dirty="0"/>
              <a:t>（彩虹表查字典</a:t>
            </a:r>
            <a:r>
              <a:rPr sz="2800" dirty="0"/>
              <a:t>）</a:t>
            </a:r>
            <a:r>
              <a:rPr sz="2800" dirty="0"/>
              <a:t>：</a:t>
            </a:r>
            <a:endParaRPr sz="2800" dirty="0"/>
          </a:p>
        </p:txBody>
      </p:sp>
      <p:pic>
        <p:nvPicPr>
          <p:cNvPr id="4" name="图片 3"/>
          <p:cNvPicPr>
            <a:picLocks noChangeAspect="1"/>
          </p:cNvPicPr>
          <p:nvPr/>
        </p:nvPicPr>
        <p:blipFill>
          <a:blip r:embed="rId3"/>
          <a:stretch>
            <a:fillRect/>
          </a:stretch>
        </p:blipFill>
        <p:spPr>
          <a:xfrm>
            <a:off x="1223645" y="2990850"/>
            <a:ext cx="8056245" cy="3794760"/>
          </a:xfrm>
          <a:prstGeom prst="rect">
            <a:avLst/>
          </a:prstGeom>
        </p:spPr>
      </p:pic>
    </p:spTree>
    <p:custDataLst>
      <p:tags r:id="rId4"/>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p:txBody>
          <a:bodyPr/>
          <a:lstStyle/>
          <a:p>
            <a:r>
              <a:rPr lang="en-US" altLang="zh-CN"/>
              <a:t>Demo3</a:t>
            </a:r>
            <a:endParaRPr lang="en-US" altLang="zh-CN"/>
          </a:p>
        </p:txBody>
      </p:sp>
      <p:sp>
        <p:nvSpPr>
          <p:cNvPr id="2" name="内容占位符 1"/>
          <p:cNvSpPr>
            <a:spLocks noGrp="1"/>
          </p:cNvSpPr>
          <p:nvPr>
            <p:ph idx="1"/>
            <p:custDataLst>
              <p:tags r:id="rId2"/>
            </p:custDataLst>
          </p:nvPr>
        </p:nvSpPr>
        <p:spPr/>
        <p:txBody>
          <a:bodyPr/>
          <a:lstStyle/>
          <a:p>
            <a:r>
              <a:rPr lang="zh-CN" altLang="en-US" sz="2800" dirty="0"/>
              <a:t>生成 </a:t>
            </a:r>
            <a:r>
              <a:rPr lang="en-US" altLang="zh-CN" sz="2800" dirty="0"/>
              <a:t>5 </a:t>
            </a:r>
            <a:r>
              <a:rPr sz="2800" dirty="0"/>
              <a:t>个</a:t>
            </a:r>
            <a:r>
              <a:rPr lang="zh-CN" altLang="en-US" sz="2800" dirty="0"/>
              <a:t> </a:t>
            </a:r>
            <a:r>
              <a:rPr lang="en-US" altLang="zh-CN" sz="2800" dirty="0"/>
              <a:t>MD5 </a:t>
            </a:r>
            <a:r>
              <a:rPr sz="2800" dirty="0"/>
              <a:t>相同，但两两不同的</a:t>
            </a:r>
            <a:r>
              <a:rPr sz="2800" dirty="0"/>
              <a:t>串（可以包含非可见字符，用十六进制表示）</a:t>
            </a:r>
            <a:endParaRPr sz="2800" dirty="0"/>
          </a:p>
          <a:p>
            <a:r>
              <a:rPr sz="2800" dirty="0"/>
              <a:t>提示：已有成熟做法，考察信息检索能力</a:t>
            </a:r>
            <a:endParaRPr sz="2800" dirty="0"/>
          </a:p>
          <a:p>
            <a:r>
              <a:rPr sz="2800" dirty="0"/>
              <a:t>（所以人们往往不会用 </a:t>
            </a:r>
            <a:r>
              <a:rPr lang="en-US" altLang="zh-CN" sz="2800" dirty="0"/>
              <a:t>MD5 </a:t>
            </a:r>
            <a:r>
              <a:rPr sz="2800" dirty="0"/>
              <a:t>作为哈希，尤其是需要安全的场景）</a:t>
            </a:r>
            <a:endParaRPr sz="2800" dirty="0"/>
          </a:p>
        </p:txBody>
      </p:sp>
    </p:spTree>
    <p:custDataLst>
      <p:tags r:id="rId3"/>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p:txBody>
          <a:bodyPr/>
          <a:lstStyle/>
          <a:p>
            <a:r>
              <a:rPr lang="en-US" altLang="zh-CN"/>
              <a:t>Demo4</a:t>
            </a:r>
            <a:r>
              <a:t>：</a:t>
            </a:r>
            <a:r>
              <a:rPr lang="en-US" altLang="zh-CN"/>
              <a:t>sha256 </a:t>
            </a:r>
            <a:r>
              <a:t>机制展示</a:t>
            </a:r>
          </a:p>
        </p:txBody>
      </p:sp>
      <p:sp>
        <p:nvSpPr>
          <p:cNvPr id="2" name="内容占位符 1"/>
          <p:cNvSpPr>
            <a:spLocks noGrp="1"/>
          </p:cNvSpPr>
          <p:nvPr>
            <p:ph idx="1"/>
            <p:custDataLst>
              <p:tags r:id="rId2"/>
            </p:custDataLst>
          </p:nvPr>
        </p:nvSpPr>
        <p:spPr/>
        <p:txBody>
          <a:bodyPr/>
          <a:lstStyle/>
          <a:p>
            <a:r>
              <a:rPr lang="zh-CN" altLang="en-US" dirty="0"/>
              <a:t>详细见代码</a:t>
            </a:r>
            <a:endParaRPr lang="zh-CN" altLang="en-US" dirty="0"/>
          </a:p>
          <a:p>
            <a:r>
              <a:rPr lang="zh-CN" altLang="en-US" dirty="0"/>
              <a:t>不太习惯代码的可以看可视化网站 https://sha256algorithm.com/</a:t>
            </a:r>
            <a:endParaRPr lang="zh-CN" altLang="en-US" dirty="0"/>
          </a:p>
          <a:p>
            <a:r>
              <a:rPr lang="zh-CN" altLang="en-US" dirty="0"/>
              <a:t>这里我就不打开了</a:t>
            </a:r>
            <a:endParaRPr lang="zh-CN" altLang="en-US" dirty="0"/>
          </a:p>
          <a:p>
            <a:endParaRPr lang="zh-CN" altLang="en-US" dirty="0"/>
          </a:p>
        </p:txBody>
      </p:sp>
    </p:spTree>
    <p:custDataLst>
      <p:tags r:id="rId3"/>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p:txBody>
          <a:bodyPr/>
          <a:lstStyle/>
          <a:p>
            <a:r>
              <a:rPr lang="zh-CN" altLang="en-US"/>
              <a:t>随机的真相</a:t>
            </a:r>
            <a:endParaRPr lang="zh-CN" altLang="en-US"/>
          </a:p>
        </p:txBody>
      </p:sp>
      <p:sp>
        <p:nvSpPr>
          <p:cNvPr id="2" name="内容占位符 1"/>
          <p:cNvSpPr>
            <a:spLocks noGrp="1"/>
          </p:cNvSpPr>
          <p:nvPr>
            <p:ph idx="1"/>
            <p:custDataLst>
              <p:tags r:id="rId2"/>
            </p:custDataLst>
          </p:nvPr>
        </p:nvSpPr>
        <p:spPr>
          <a:xfrm>
            <a:off x="608330" y="1490345"/>
            <a:ext cx="4391025" cy="4759325"/>
          </a:xfrm>
        </p:spPr>
        <p:txBody>
          <a:bodyPr/>
          <a:lstStyle/>
          <a:p>
            <a:r>
              <a:rPr lang="zh-CN" altLang="en-US" sz="2800" dirty="0"/>
              <a:t>物理世界是真随机</a:t>
            </a:r>
            <a:endParaRPr lang="zh-CN" altLang="en-US" sz="2800" dirty="0"/>
          </a:p>
        </p:txBody>
      </p:sp>
      <p:pic>
        <p:nvPicPr>
          <p:cNvPr id="4" name="图片 3"/>
          <p:cNvPicPr>
            <a:picLocks noChangeAspect="1"/>
          </p:cNvPicPr>
          <p:nvPr/>
        </p:nvPicPr>
        <p:blipFill>
          <a:blip r:embed="rId3"/>
          <a:stretch>
            <a:fillRect/>
          </a:stretch>
        </p:blipFill>
        <p:spPr>
          <a:xfrm>
            <a:off x="951865" y="3413760"/>
            <a:ext cx="2476500" cy="2476500"/>
          </a:xfrm>
          <a:prstGeom prst="rect">
            <a:avLst/>
          </a:prstGeom>
        </p:spPr>
      </p:pic>
      <p:sp>
        <p:nvSpPr>
          <p:cNvPr id="5" name="内容占位符 1"/>
          <p:cNvSpPr>
            <a:spLocks noGrp="1"/>
          </p:cNvSpPr>
          <p:nvPr>
            <p:custDataLst>
              <p:tags r:id="rId4"/>
            </p:custDataLst>
          </p:nvPr>
        </p:nvSpPr>
        <p:spPr>
          <a:xfrm>
            <a:off x="5894705" y="1627505"/>
            <a:ext cx="4391025" cy="4759325"/>
          </a:xfrm>
          <a:prstGeom prst="rect">
            <a:avLst/>
          </a:prstGeom>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8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sz="2800" dirty="0"/>
              <a:t>而电脑则是确定性的</a:t>
            </a:r>
            <a:endParaRPr sz="2800" dirty="0"/>
          </a:p>
        </p:txBody>
      </p:sp>
      <p:pic>
        <p:nvPicPr>
          <p:cNvPr id="6" name="图片 5"/>
          <p:cNvPicPr>
            <a:picLocks noChangeAspect="1"/>
          </p:cNvPicPr>
          <p:nvPr/>
        </p:nvPicPr>
        <p:blipFill>
          <a:blip r:embed="rId5"/>
          <a:stretch>
            <a:fillRect/>
          </a:stretch>
        </p:blipFill>
        <p:spPr>
          <a:xfrm>
            <a:off x="5671820" y="2802255"/>
            <a:ext cx="4195445" cy="3282950"/>
          </a:xfrm>
          <a:prstGeom prst="rect">
            <a:avLst/>
          </a:prstGeom>
        </p:spPr>
      </p:pic>
    </p:spTree>
    <p:custDataLst>
      <p:tags r:id="rId6"/>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p:txBody>
          <a:bodyPr/>
          <a:lstStyle/>
          <a:p>
            <a:r>
              <a:rPr lang="zh-CN" altLang="en-US"/>
              <a:t>如何模拟随机</a:t>
            </a:r>
            <a:r>
              <a:rPr lang="en-US" altLang="zh-CN"/>
              <a:t>?</a:t>
            </a:r>
            <a:endParaRPr lang="en-US" altLang="zh-CN"/>
          </a:p>
        </p:txBody>
      </p:sp>
      <p:sp>
        <p:nvSpPr>
          <p:cNvPr id="2" name="内容占位符 1"/>
          <p:cNvSpPr>
            <a:spLocks noGrp="1"/>
          </p:cNvSpPr>
          <p:nvPr>
            <p:ph idx="1"/>
            <p:custDataLst>
              <p:tags r:id="rId2"/>
            </p:custDataLst>
          </p:nvPr>
        </p:nvSpPr>
        <p:spPr/>
        <p:txBody>
          <a:bodyPr/>
          <a:lstStyle/>
          <a:p>
            <a:r>
              <a:rPr lang="zh-CN" altLang="en-US" sz="2400" dirty="0"/>
              <a:t>朴素的想法是给定一个种子，根据种子一步步生成。</a:t>
            </a:r>
            <a:endParaRPr lang="zh-CN" altLang="en-US" sz="2400" dirty="0"/>
          </a:p>
          <a:p>
            <a:r>
              <a:rPr lang="zh-CN" altLang="en-US" sz="2400" dirty="0"/>
              <a:t>线性同余：</a:t>
            </a:r>
            <a:endParaRPr lang="zh-CN" altLang="en-US" sz="2400" dirty="0"/>
          </a:p>
          <a:p>
            <a:r>
              <a:rPr lang="zh-CN" altLang="en-US" sz="2400" dirty="0"/>
              <a:t>破解方法：高斯消元。</a:t>
            </a:r>
            <a:endParaRPr lang="zh-CN" altLang="en-US" sz="2400" dirty="0"/>
          </a:p>
          <a:p>
            <a:r>
              <a:rPr lang="en-US" altLang="zh-CN" sz="2400" dirty="0"/>
              <a:t>LSFR</a:t>
            </a:r>
            <a:r>
              <a:rPr sz="2400" dirty="0"/>
              <a:t>：</a:t>
            </a:r>
            <a:endParaRPr sz="2400" dirty="0"/>
          </a:p>
          <a:p>
            <a:r>
              <a:rPr lang="zh-CN" altLang="en-US" sz="2400" dirty="0"/>
              <a:t>破解方法：</a:t>
            </a:r>
            <a:endParaRPr lang="zh-CN" altLang="en-US" sz="2400" dirty="0"/>
          </a:p>
          <a:p>
            <a:pPr marL="0" indent="0">
              <a:buNone/>
            </a:pPr>
            <a:r>
              <a:rPr lang="en-US" altLang="zh-CN" sz="2400" dirty="0"/>
              <a:t>Berlekamp-Massey</a:t>
            </a:r>
            <a:r>
              <a:rPr lang="en-US" altLang="zh-CN" sz="2400" dirty="0"/>
              <a:t> </a:t>
            </a:r>
            <a:r>
              <a:rPr sz="2400" dirty="0"/>
              <a:t>算法。</a:t>
            </a:r>
            <a:endParaRPr sz="2400" dirty="0"/>
          </a:p>
          <a:p>
            <a:pPr marL="0" indent="0">
              <a:buNone/>
            </a:pPr>
            <a:r>
              <a:rPr sz="2400" dirty="0"/>
              <a:t>或者你高斯消元也行。</a:t>
            </a:r>
            <a:endParaRPr lang="zh-CN" altLang="en-US" sz="2400" dirty="0"/>
          </a:p>
          <a:p>
            <a:endParaRPr lang="zh-CN" altLang="en-US" sz="2400" dirty="0"/>
          </a:p>
        </p:txBody>
      </p:sp>
      <p:pic>
        <p:nvPicPr>
          <p:cNvPr id="4" name="图片 3"/>
          <p:cNvPicPr>
            <a:picLocks noChangeAspect="1"/>
          </p:cNvPicPr>
          <p:nvPr/>
        </p:nvPicPr>
        <p:blipFill>
          <a:blip r:embed="rId3"/>
          <a:stretch>
            <a:fillRect/>
          </a:stretch>
        </p:blipFill>
        <p:spPr>
          <a:xfrm>
            <a:off x="2840355" y="2046605"/>
            <a:ext cx="6504305" cy="786130"/>
          </a:xfrm>
          <a:prstGeom prst="rect">
            <a:avLst/>
          </a:prstGeom>
        </p:spPr>
      </p:pic>
      <p:pic>
        <p:nvPicPr>
          <p:cNvPr id="5" name="图片 4"/>
          <p:cNvPicPr>
            <a:picLocks noChangeAspect="1"/>
          </p:cNvPicPr>
          <p:nvPr/>
        </p:nvPicPr>
        <p:blipFill>
          <a:blip r:embed="rId4"/>
          <a:stretch>
            <a:fillRect/>
          </a:stretch>
        </p:blipFill>
        <p:spPr>
          <a:xfrm>
            <a:off x="4844415" y="3121025"/>
            <a:ext cx="6269990" cy="2396490"/>
          </a:xfrm>
          <a:prstGeom prst="rect">
            <a:avLst/>
          </a:prstGeom>
        </p:spPr>
      </p:pic>
    </p:spTree>
    <p:custDataLst>
      <p:tags r:id="rId5"/>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p:txBody>
          <a:bodyPr/>
          <a:lstStyle/>
          <a:p>
            <a:r>
              <a:rPr lang="en-US" altLang="zh-CN"/>
              <a:t>MT19937</a:t>
            </a:r>
            <a:endParaRPr lang="en-US" altLang="zh-CN"/>
          </a:p>
        </p:txBody>
      </p:sp>
      <p:sp>
        <p:nvSpPr>
          <p:cNvPr id="2" name="内容占位符 1"/>
          <p:cNvSpPr>
            <a:spLocks noGrp="1"/>
          </p:cNvSpPr>
          <p:nvPr>
            <p:ph idx="1"/>
            <p:custDataLst>
              <p:tags r:id="rId2"/>
            </p:custDataLst>
          </p:nvPr>
        </p:nvSpPr>
        <p:spPr/>
        <p:txBody>
          <a:bodyPr/>
          <a:lstStyle/>
          <a:p>
            <a:r>
              <a:rPr sz="3600" dirty="0"/>
              <a:t>生成伪随机的事实标准。</a:t>
            </a:r>
            <a:endParaRPr sz="3600" dirty="0"/>
          </a:p>
          <a:p>
            <a:r>
              <a:rPr sz="3600" dirty="0"/>
              <a:t>包含大量复杂的操作。</a:t>
            </a:r>
            <a:endParaRPr sz="3600" dirty="0"/>
          </a:p>
          <a:p>
            <a:r>
              <a:rPr sz="3600" dirty="0"/>
              <a:t>但人们会更在意它的线性本质。</a:t>
            </a:r>
            <a:endParaRPr sz="3600" dirty="0"/>
          </a:p>
        </p:txBody>
      </p:sp>
      <p:pic>
        <p:nvPicPr>
          <p:cNvPr id="4" name="图片 3"/>
          <p:cNvPicPr>
            <a:picLocks noChangeAspect="1"/>
          </p:cNvPicPr>
          <p:nvPr/>
        </p:nvPicPr>
        <p:blipFill>
          <a:blip r:embed="rId3"/>
          <a:stretch>
            <a:fillRect/>
          </a:stretch>
        </p:blipFill>
        <p:spPr>
          <a:xfrm>
            <a:off x="873125" y="4324350"/>
            <a:ext cx="8933815" cy="2073275"/>
          </a:xfrm>
          <a:prstGeom prst="rect">
            <a:avLst/>
          </a:prstGeom>
        </p:spPr>
      </p:pic>
    </p:spTree>
    <p:custDataLst>
      <p:tags r:id="rId4"/>
    </p:custData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p:txBody>
          <a:bodyPr/>
          <a:lstStyle/>
          <a:p>
            <a:r>
              <a:rPr lang="en-US" altLang="zh-CN"/>
              <a:t>Demo5</a:t>
            </a:r>
            <a:r>
              <a:t>：使用 </a:t>
            </a:r>
            <a:r>
              <a:rPr lang="en-US" altLang="zh-CN"/>
              <a:t>randcrack </a:t>
            </a:r>
            <a:r>
              <a:t>爆破</a:t>
            </a:r>
          </a:p>
        </p:txBody>
      </p:sp>
      <p:sp>
        <p:nvSpPr>
          <p:cNvPr id="2" name="内容占位符 1"/>
          <p:cNvSpPr>
            <a:spLocks noGrp="1"/>
          </p:cNvSpPr>
          <p:nvPr>
            <p:ph idx="1"/>
            <p:custDataLst>
              <p:tags r:id="rId2"/>
            </p:custDataLst>
          </p:nvPr>
        </p:nvSpPr>
        <p:spPr/>
        <p:txBody>
          <a:bodyPr/>
          <a:lstStyle/>
          <a:p>
            <a:r>
              <a:rPr lang="zh-CN" altLang="en-US" sz="3200" dirty="0"/>
              <a:t>详细见代码</a:t>
            </a:r>
            <a:endParaRPr lang="zh-CN" altLang="en-US" sz="3200" dirty="0"/>
          </a:p>
          <a:p>
            <a:r>
              <a:rPr lang="zh-CN" altLang="en-US" sz="3200" dirty="0"/>
              <a:t>此外，不安全的写法 random.seed(secret_seed) 可能导致我们可以爆破时间戳</a:t>
            </a:r>
            <a:endParaRPr lang="zh-CN" altLang="en-US" sz="3200" dirty="0"/>
          </a:p>
          <a:p>
            <a:r>
              <a:rPr lang="zh-CN" altLang="en-US" sz="3200" dirty="0"/>
              <a:t>种子建议用 </a:t>
            </a:r>
            <a:r>
              <a:rPr lang="en-US" altLang="zh-CN" sz="3200" dirty="0"/>
              <a:t>os </a:t>
            </a:r>
            <a:r>
              <a:rPr sz="3200" dirty="0"/>
              <a:t>库生成随机 </a:t>
            </a:r>
            <a:r>
              <a:rPr lang="en-US" altLang="zh-CN" sz="3200" dirty="0"/>
              <a:t>bytes</a:t>
            </a:r>
            <a:endParaRPr lang="en-US" altLang="zh-CN" sz="3200" dirty="0"/>
          </a:p>
        </p:txBody>
      </p:sp>
    </p:spTree>
    <p:custDataLst>
      <p:tags r:id="rId3"/>
    </p:custData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p:txBody>
          <a:bodyPr/>
          <a:lstStyle/>
          <a:p>
            <a:r>
              <a:rPr lang="zh-CN" altLang="en-US"/>
              <a:t>生成模 </a:t>
            </a:r>
            <a:r>
              <a:rPr lang="en-US" altLang="zh-CN"/>
              <a:t>n </a:t>
            </a:r>
            <a:r>
              <a:t>整数的细节</a:t>
            </a:r>
          </a:p>
        </p:txBody>
      </p:sp>
      <p:sp>
        <p:nvSpPr>
          <p:cNvPr id="2" name="内容占位符 1"/>
          <p:cNvSpPr>
            <a:spLocks noGrp="1"/>
          </p:cNvSpPr>
          <p:nvPr>
            <p:ph idx="1"/>
            <p:custDataLst>
              <p:tags r:id="rId2"/>
            </p:custDataLst>
          </p:nvPr>
        </p:nvSpPr>
        <p:spPr/>
        <p:txBody>
          <a:bodyPr/>
          <a:lstStyle/>
          <a:p>
            <a:r>
              <a:rPr lang="zh-CN" altLang="en-US" dirty="0"/>
              <a:t>生成一个 </a:t>
            </a:r>
            <a:r>
              <a:rPr lang="en-US" altLang="zh-CN" dirty="0"/>
              <a:t>0 </a:t>
            </a:r>
            <a:r>
              <a:rPr dirty="0"/>
              <a:t>到 </a:t>
            </a:r>
            <a:r>
              <a:rPr lang="en-US" altLang="zh-CN" dirty="0"/>
              <a:t>n-1 </a:t>
            </a:r>
            <a:r>
              <a:rPr dirty="0"/>
              <a:t>均匀随机</a:t>
            </a:r>
            <a:r>
              <a:rPr dirty="0"/>
              <a:t>的整数，你会怎么做？</a:t>
            </a:r>
            <a:endParaRPr dirty="0"/>
          </a:p>
          <a:p>
            <a:r>
              <a:rPr dirty="0"/>
              <a:t>常见的浮点策略容易被攻破。</a:t>
            </a:r>
            <a:endParaRPr dirty="0"/>
          </a:p>
          <a:p>
            <a:r>
              <a:rPr dirty="0"/>
              <a:t>因为我们知道生成的比特的高位以及具体的位置</a:t>
            </a:r>
            <a:endParaRPr dirty="0"/>
          </a:p>
          <a:p>
            <a:r>
              <a:rPr dirty="0"/>
              <a:t>而拒绝采样则比较难编码有效状态。</a:t>
            </a:r>
            <a:endParaRPr dirty="0"/>
          </a:p>
        </p:txBody>
      </p:sp>
      <p:pic>
        <p:nvPicPr>
          <p:cNvPr id="4" name="图片 3"/>
          <p:cNvPicPr>
            <a:picLocks noChangeAspect="1"/>
          </p:cNvPicPr>
          <p:nvPr/>
        </p:nvPicPr>
        <p:blipFill>
          <a:blip r:embed="rId3"/>
          <a:stretch>
            <a:fillRect/>
          </a:stretch>
        </p:blipFill>
        <p:spPr>
          <a:xfrm>
            <a:off x="6128385" y="1936750"/>
            <a:ext cx="5588000" cy="1585595"/>
          </a:xfrm>
          <a:prstGeom prst="rect">
            <a:avLst/>
          </a:prstGeom>
        </p:spPr>
      </p:pic>
      <p:pic>
        <p:nvPicPr>
          <p:cNvPr id="5" name="图片 4"/>
          <p:cNvPicPr>
            <a:picLocks noChangeAspect="1"/>
          </p:cNvPicPr>
          <p:nvPr/>
        </p:nvPicPr>
        <p:blipFill>
          <a:blip r:embed="rId4"/>
          <a:stretch>
            <a:fillRect/>
          </a:stretch>
        </p:blipFill>
        <p:spPr>
          <a:xfrm>
            <a:off x="142875" y="5013325"/>
            <a:ext cx="12049125" cy="793115"/>
          </a:xfrm>
          <a:prstGeom prst="rect">
            <a:avLst/>
          </a:prstGeom>
        </p:spPr>
      </p:pic>
    </p:spTree>
    <p:custDataLst>
      <p:tags r:id="rId5"/>
    </p:custData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p:txBody>
          <a:bodyPr/>
          <a:lstStyle/>
          <a:p>
            <a:r>
              <a:rPr lang="zh-CN" altLang="en-US"/>
              <a:t>如何生成密码学安全的随机数？</a:t>
            </a:r>
            <a:endParaRPr lang="zh-CN" altLang="en-US"/>
          </a:p>
        </p:txBody>
      </p:sp>
      <p:sp>
        <p:nvSpPr>
          <p:cNvPr id="2" name="内容占位符 1"/>
          <p:cNvSpPr>
            <a:spLocks noGrp="1"/>
          </p:cNvSpPr>
          <p:nvPr>
            <p:ph idx="1"/>
            <p:custDataLst>
              <p:tags r:id="rId2"/>
            </p:custDataLst>
          </p:nvPr>
        </p:nvSpPr>
        <p:spPr/>
        <p:txBody>
          <a:bodyPr/>
          <a:lstStyle/>
          <a:p>
            <a:r>
              <a:rPr lang="zh-CN" altLang="en-US" dirty="0"/>
              <a:t>不建议用：</a:t>
            </a:r>
            <a:endParaRPr lang="zh-CN" altLang="en-US" dirty="0"/>
          </a:p>
          <a:p>
            <a:endParaRPr lang="zh-CN" altLang="en-US" dirty="0"/>
          </a:p>
          <a:p>
            <a:endParaRPr lang="zh-CN" altLang="en-US" dirty="0"/>
          </a:p>
          <a:p>
            <a:r>
              <a:rPr lang="zh-CN" altLang="en-US" dirty="0"/>
              <a:t>建议用</a:t>
            </a:r>
            <a:endParaRPr lang="zh-CN" altLang="en-US" dirty="0"/>
          </a:p>
          <a:p>
            <a:endParaRPr lang="zh-CN" altLang="en-US" dirty="0"/>
          </a:p>
        </p:txBody>
      </p:sp>
      <p:pic>
        <p:nvPicPr>
          <p:cNvPr id="5" name="图片 4"/>
          <p:cNvPicPr>
            <a:picLocks noChangeAspect="1"/>
          </p:cNvPicPr>
          <p:nvPr/>
        </p:nvPicPr>
        <p:blipFill>
          <a:blip r:embed="rId3"/>
          <a:stretch>
            <a:fillRect/>
          </a:stretch>
        </p:blipFill>
        <p:spPr>
          <a:xfrm>
            <a:off x="2393315" y="1490345"/>
            <a:ext cx="8554085" cy="1098550"/>
          </a:xfrm>
          <a:prstGeom prst="rect">
            <a:avLst/>
          </a:prstGeom>
        </p:spPr>
      </p:pic>
      <p:pic>
        <p:nvPicPr>
          <p:cNvPr id="6" name="图片 5"/>
          <p:cNvPicPr>
            <a:picLocks noChangeAspect="1"/>
          </p:cNvPicPr>
          <p:nvPr/>
        </p:nvPicPr>
        <p:blipFill>
          <a:blip r:embed="rId4"/>
          <a:stretch>
            <a:fillRect/>
          </a:stretch>
        </p:blipFill>
        <p:spPr>
          <a:xfrm>
            <a:off x="2323465" y="3288665"/>
            <a:ext cx="10281920" cy="1029970"/>
          </a:xfrm>
          <a:prstGeom prst="rect">
            <a:avLst/>
          </a:prstGeom>
        </p:spPr>
      </p:pic>
      <p:pic>
        <p:nvPicPr>
          <p:cNvPr id="7" name="图片 6"/>
          <p:cNvPicPr>
            <a:picLocks noChangeAspect="1"/>
          </p:cNvPicPr>
          <p:nvPr/>
        </p:nvPicPr>
        <p:blipFill>
          <a:blip r:embed="rId5"/>
          <a:stretch>
            <a:fillRect/>
          </a:stretch>
        </p:blipFill>
        <p:spPr>
          <a:xfrm>
            <a:off x="2228215" y="4674235"/>
            <a:ext cx="6846570" cy="1445260"/>
          </a:xfrm>
          <a:prstGeom prst="rect">
            <a:avLst/>
          </a:prstGeom>
        </p:spPr>
      </p:pic>
    </p:spTree>
    <p:custDataLst>
      <p:tags r:id="rId6"/>
    </p:custData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p:txBody>
          <a:bodyPr/>
          <a:lstStyle/>
          <a:p>
            <a:r>
              <a:t>不安全的信道</a:t>
            </a:r>
          </a:p>
        </p:txBody>
      </p:sp>
      <p:sp>
        <p:nvSpPr>
          <p:cNvPr id="2" name="内容占位符 1"/>
          <p:cNvSpPr>
            <a:spLocks noGrp="1"/>
          </p:cNvSpPr>
          <p:nvPr>
            <p:ph idx="1"/>
            <p:custDataLst>
              <p:tags r:id="rId2"/>
            </p:custDataLst>
          </p:nvPr>
        </p:nvSpPr>
        <p:spPr/>
        <p:txBody>
          <a:bodyPr/>
          <a:lstStyle/>
          <a:p>
            <a:endParaRPr lang="zh-CN" altLang="en-US" sz="3600" dirty="0"/>
          </a:p>
          <a:p>
            <a:pPr marL="0" indent="0">
              <a:buNone/>
            </a:pPr>
            <a:r>
              <a:rPr lang="en-US" altLang="zh-CN" sz="3600" dirty="0"/>
              <a:t>A[</a:t>
            </a:r>
            <a:r>
              <a:rPr sz="3600" dirty="0"/>
              <a:t>电脑</a:t>
            </a:r>
            <a:r>
              <a:rPr lang="en-US" altLang="zh-CN" sz="3600" dirty="0"/>
              <a:t>]---------------C--------------[</a:t>
            </a:r>
            <a:r>
              <a:rPr sz="3600" dirty="0"/>
              <a:t>电脑</a:t>
            </a:r>
            <a:r>
              <a:rPr lang="en-US" altLang="zh-CN" sz="3600" dirty="0"/>
              <a:t>]B</a:t>
            </a:r>
            <a:endParaRPr lang="en-US" altLang="zh-CN" sz="3600" dirty="0"/>
          </a:p>
        </p:txBody>
      </p:sp>
    </p:spTree>
    <p:custDataLst>
      <p:tags r:id="rId3"/>
    </p:custData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p:txBody>
          <a:bodyPr/>
          <a:lstStyle/>
          <a:p>
            <a:r>
              <a:t>非对称加密：挂锁</a:t>
            </a:r>
          </a:p>
        </p:txBody>
      </p:sp>
      <p:sp>
        <p:nvSpPr>
          <p:cNvPr id="2" name="内容占位符 1"/>
          <p:cNvSpPr>
            <a:spLocks noGrp="1"/>
          </p:cNvSpPr>
          <p:nvPr>
            <p:ph idx="1"/>
            <p:custDataLst>
              <p:tags r:id="rId2"/>
            </p:custDataLst>
          </p:nvPr>
        </p:nvSpPr>
        <p:spPr/>
        <p:txBody>
          <a:bodyPr/>
          <a:lstStyle/>
          <a:p>
            <a:r>
              <a:rPr lang="en-US" altLang="zh-CN" sz="2800" dirty="0"/>
              <a:t>A </a:t>
            </a:r>
            <a:r>
              <a:rPr sz="2800" dirty="0"/>
              <a:t>持有一把钥匙，把一把带着挂锁的箱子送给了 </a:t>
            </a:r>
            <a:r>
              <a:rPr lang="en-US" altLang="zh-CN" sz="2800" dirty="0"/>
              <a:t>B</a:t>
            </a:r>
            <a:endParaRPr lang="en-US" altLang="zh-CN" sz="2800" dirty="0"/>
          </a:p>
        </p:txBody>
      </p:sp>
      <p:pic>
        <p:nvPicPr>
          <p:cNvPr id="6" name="图片 5"/>
          <p:cNvPicPr>
            <a:picLocks noChangeAspect="1"/>
          </p:cNvPicPr>
          <p:nvPr/>
        </p:nvPicPr>
        <p:blipFill>
          <a:blip r:embed="rId3"/>
          <a:stretch>
            <a:fillRect/>
          </a:stretch>
        </p:blipFill>
        <p:spPr>
          <a:xfrm>
            <a:off x="2680970" y="2683510"/>
            <a:ext cx="2686050" cy="3686175"/>
          </a:xfrm>
          <a:prstGeom prst="rect">
            <a:avLst/>
          </a:prstGeom>
        </p:spPr>
      </p:pic>
    </p:spTree>
    <p:custDataLst>
      <p:tags r:id="rId4"/>
    </p:custData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p:txBody>
          <a:bodyPr/>
          <a:lstStyle/>
          <a:p>
            <a:r>
              <a:t>对称加密：流加密与块加密</a:t>
            </a:r>
          </a:p>
        </p:txBody>
      </p:sp>
      <p:sp>
        <p:nvSpPr>
          <p:cNvPr id="2" name="内容占位符 1"/>
          <p:cNvSpPr>
            <a:spLocks noGrp="1"/>
          </p:cNvSpPr>
          <p:nvPr>
            <p:ph idx="1"/>
            <p:custDataLst>
              <p:tags r:id="rId2"/>
            </p:custDataLst>
          </p:nvPr>
        </p:nvSpPr>
        <p:spPr/>
        <p:txBody>
          <a:bodyPr/>
          <a:lstStyle/>
          <a:p>
            <a:r>
              <a:rPr sz="2800" dirty="0"/>
              <a:t>两种方式：</a:t>
            </a:r>
            <a:endParaRPr sz="2800" dirty="0"/>
          </a:p>
          <a:p>
            <a:r>
              <a:rPr sz="2800" dirty="0"/>
              <a:t>流加密：在密钥流上用确定性算法生成复杂的密钥流，然后直接异或或进行简单运算</a:t>
            </a:r>
            <a:r>
              <a:rPr sz="2800" dirty="0"/>
              <a:t>。</a:t>
            </a:r>
            <a:endParaRPr sz="2800" dirty="0"/>
          </a:p>
          <a:p>
            <a:r>
              <a:rPr sz="2800" dirty="0"/>
              <a:t>块加密：把明文分成一块一块的，然后和密钥一起加密出密文块</a:t>
            </a:r>
            <a:endParaRPr sz="2800" dirty="0"/>
          </a:p>
        </p:txBody>
      </p:sp>
    </p:spTree>
    <p:custDataLst>
      <p:tags r:id="rId3"/>
    </p:custData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p:txBody>
          <a:bodyPr/>
          <a:lstStyle/>
          <a:p>
            <a:r>
              <a:rPr lang="zh-CN" altLang="en-US"/>
              <a:t>块加密的模式：</a:t>
            </a:r>
            <a:r>
              <a:rPr lang="en-US" altLang="zh-CN"/>
              <a:t>ECB</a:t>
            </a:r>
            <a:endParaRPr lang="en-US" altLang="zh-CN"/>
          </a:p>
        </p:txBody>
      </p:sp>
      <p:sp>
        <p:nvSpPr>
          <p:cNvPr id="2" name="内容占位符 1"/>
          <p:cNvSpPr>
            <a:spLocks noGrp="1"/>
          </p:cNvSpPr>
          <p:nvPr>
            <p:ph idx="1"/>
            <p:custDataLst>
              <p:tags r:id="rId2"/>
            </p:custDataLst>
          </p:nvPr>
        </p:nvSpPr>
        <p:spPr/>
        <p:txBody>
          <a:bodyPr/>
          <a:lstStyle/>
          <a:p>
            <a:r>
              <a:rPr lang="zh-CN" altLang="en-US" sz="2400" dirty="0"/>
              <a:t>假如我有一个算法 </a:t>
            </a:r>
            <a:r>
              <a:rPr lang="en-US" altLang="zh-CN" sz="2400" dirty="0"/>
              <a:t>cipher(block,key)</a:t>
            </a:r>
            <a:endParaRPr lang="en-US" altLang="zh-CN" sz="2400" dirty="0"/>
          </a:p>
          <a:p>
            <a:r>
              <a:rPr sz="2400" dirty="0"/>
              <a:t>那么 </a:t>
            </a:r>
            <a:r>
              <a:rPr lang="en-US" altLang="zh-CN" sz="2400" dirty="0"/>
              <a:t>ECB </a:t>
            </a:r>
            <a:r>
              <a:rPr sz="2400" dirty="0"/>
              <a:t>就相当于对每个块用同一个 </a:t>
            </a:r>
            <a:r>
              <a:rPr lang="en-US" altLang="zh-CN" sz="2400" dirty="0"/>
              <a:t>key</a:t>
            </a:r>
            <a:r>
              <a:rPr sz="2400" dirty="0"/>
              <a:t>，这问题会很大，因为：</a:t>
            </a:r>
            <a:endParaRPr sz="2400" dirty="0"/>
          </a:p>
          <a:p>
            <a:endParaRPr lang="en-US" altLang="zh-CN" sz="2400" dirty="0"/>
          </a:p>
          <a:p>
            <a:endParaRPr lang="en-US" altLang="zh-CN" sz="2400" dirty="0"/>
          </a:p>
          <a:p>
            <a:endParaRPr lang="en-US" altLang="zh-CN" sz="2400" dirty="0"/>
          </a:p>
          <a:p>
            <a:endParaRPr lang="en-US" altLang="zh-CN" sz="2400" dirty="0"/>
          </a:p>
          <a:p>
            <a:r>
              <a:rPr sz="2400">
                <a:sym typeface="+mn-ea"/>
              </a:rPr>
              <a:t>所以一般会对密钥进行简单的流式变换。</a:t>
            </a:r>
            <a:endParaRPr lang="zh-CN" altLang="en-US" sz="2400" dirty="0"/>
          </a:p>
          <a:p>
            <a:endParaRPr lang="en-US" altLang="zh-CN" sz="2400" dirty="0"/>
          </a:p>
          <a:p>
            <a:endParaRPr lang="en-US" altLang="zh-CN" sz="2400" dirty="0"/>
          </a:p>
        </p:txBody>
      </p:sp>
      <p:pic>
        <p:nvPicPr>
          <p:cNvPr id="4" name="图片 3"/>
          <p:cNvPicPr>
            <a:picLocks noChangeAspect="1"/>
          </p:cNvPicPr>
          <p:nvPr/>
        </p:nvPicPr>
        <p:blipFill>
          <a:blip r:embed="rId3"/>
          <a:stretch>
            <a:fillRect/>
          </a:stretch>
        </p:blipFill>
        <p:spPr>
          <a:xfrm>
            <a:off x="880745" y="2769235"/>
            <a:ext cx="9548495" cy="2376805"/>
          </a:xfrm>
          <a:prstGeom prst="rect">
            <a:avLst/>
          </a:prstGeom>
        </p:spPr>
      </p:pic>
    </p:spTree>
    <p:custDataLst>
      <p:tags r:id="rId4"/>
    </p:custData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p:txBody>
          <a:bodyPr>
            <a:normAutofit/>
          </a:bodyPr>
          <a:lstStyle/>
          <a:p>
            <a:r>
              <a:rPr>
                <a:sym typeface="+mn-ea"/>
              </a:rPr>
              <a:t>块加密的模式：</a:t>
            </a:r>
            <a:r>
              <a:rPr lang="en-US" altLang="zh-CN">
                <a:sym typeface="+mn-ea"/>
              </a:rPr>
              <a:t>CBC</a:t>
            </a:r>
            <a:endParaRPr lang="en-US" altLang="zh-CN">
              <a:sym typeface="+mn-ea"/>
            </a:endParaRPr>
          </a:p>
        </p:txBody>
      </p:sp>
      <p:sp>
        <p:nvSpPr>
          <p:cNvPr id="2" name="内容占位符 1"/>
          <p:cNvSpPr>
            <a:spLocks noGrp="1"/>
          </p:cNvSpPr>
          <p:nvPr>
            <p:ph idx="1"/>
            <p:custDataLst>
              <p:tags r:id="rId2"/>
            </p:custDataLst>
          </p:nvPr>
        </p:nvSpPr>
        <p:spPr/>
        <p:txBody>
          <a:bodyPr>
            <a:noAutofit/>
          </a:bodyPr>
          <a:lstStyle/>
          <a:p>
            <a:r>
              <a:rPr sz="2800" dirty="0"/>
              <a:t>一个异或串着一个异或。</a:t>
            </a:r>
            <a:endParaRPr sz="2800" dirty="0"/>
          </a:p>
          <a:p>
            <a:r>
              <a:rPr sz="2800" dirty="0"/>
              <a:t>（引入偏移量 </a:t>
            </a:r>
            <a:r>
              <a:rPr lang="en-US" altLang="zh-CN" sz="2800" dirty="0"/>
              <a:t>IV</a:t>
            </a:r>
            <a:r>
              <a:rPr sz="2800" dirty="0"/>
              <a:t>）</a:t>
            </a:r>
            <a:endParaRPr sz="2800" dirty="0"/>
          </a:p>
          <a:p>
            <a:endParaRPr sz="2800" dirty="0"/>
          </a:p>
          <a:p>
            <a:endParaRPr sz="2800" dirty="0"/>
          </a:p>
          <a:p>
            <a:endParaRPr sz="2800" dirty="0"/>
          </a:p>
          <a:p>
            <a:r>
              <a:rPr sz="2800" dirty="0"/>
              <a:t>问题在于修改密文块的比特恰好会影响翻译出来的明文块的对应比特。</a:t>
            </a:r>
            <a:endParaRPr sz="2800" dirty="0"/>
          </a:p>
        </p:txBody>
      </p:sp>
      <p:pic>
        <p:nvPicPr>
          <p:cNvPr id="5" name="图片 4"/>
          <p:cNvPicPr>
            <a:picLocks noChangeAspect="1"/>
          </p:cNvPicPr>
          <p:nvPr/>
        </p:nvPicPr>
        <p:blipFill>
          <a:blip r:embed="rId3"/>
          <a:stretch>
            <a:fillRect/>
          </a:stretch>
        </p:blipFill>
        <p:spPr>
          <a:xfrm>
            <a:off x="5700395" y="1490345"/>
            <a:ext cx="4667250" cy="2247900"/>
          </a:xfrm>
          <a:prstGeom prst="rect">
            <a:avLst/>
          </a:prstGeom>
        </p:spPr>
      </p:pic>
    </p:spTree>
    <p:custDataLst>
      <p:tags r:id="rId4"/>
    </p:custData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p:txBody>
          <a:bodyPr>
            <a:normAutofit/>
          </a:bodyPr>
          <a:lstStyle/>
          <a:p>
            <a:r>
              <a:rPr>
                <a:sym typeface="+mn-ea"/>
              </a:rPr>
              <a:t>块加密的模式：</a:t>
            </a:r>
            <a:r>
              <a:rPr lang="en-US" altLang="zh-CN">
                <a:sym typeface="+mn-ea"/>
              </a:rPr>
              <a:t>CTR</a:t>
            </a:r>
            <a:endParaRPr lang="zh-CN" altLang="en-US"/>
          </a:p>
        </p:txBody>
      </p:sp>
      <p:sp>
        <p:nvSpPr>
          <p:cNvPr id="2" name="内容占位符 1"/>
          <p:cNvSpPr>
            <a:spLocks noGrp="1"/>
          </p:cNvSpPr>
          <p:nvPr>
            <p:ph idx="1"/>
            <p:custDataLst>
              <p:tags r:id="rId2"/>
            </p:custDataLst>
          </p:nvPr>
        </p:nvSpPr>
        <p:spPr/>
        <p:txBody>
          <a:bodyPr/>
          <a:lstStyle/>
          <a:p>
            <a:r>
              <a:rPr lang="zh-CN" altLang="en-US" sz="2800" dirty="0"/>
              <a:t>其实视作变种流密码即可</a:t>
            </a:r>
            <a:endParaRPr lang="zh-CN" altLang="en-US" sz="2800" dirty="0"/>
          </a:p>
          <a:p>
            <a:r>
              <a:rPr lang="zh-CN" altLang="en-US" sz="2800" dirty="0"/>
              <a:t>块加密不加密明文，而是加密递增的计数器，然后把明文和计数器异或，得到密文。</a:t>
            </a:r>
            <a:endParaRPr lang="zh-CN" altLang="en-US" sz="2800" dirty="0"/>
          </a:p>
          <a:p>
            <a:r>
              <a:rPr lang="zh-CN" altLang="en-US" sz="2800" dirty="0"/>
              <a:t>因此它不需要填充到整块长</a:t>
            </a:r>
            <a:endParaRPr lang="zh-CN" altLang="en-US" sz="2800" dirty="0"/>
          </a:p>
        </p:txBody>
      </p:sp>
    </p:spTree>
    <p:custDataLst>
      <p:tags r:id="rId3"/>
    </p:custData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p:txBody>
          <a:bodyPr/>
          <a:lstStyle/>
          <a:p>
            <a:r>
              <a:rPr lang="zh-CN" altLang="en-US"/>
              <a:t>非对称加密：</a:t>
            </a:r>
            <a:r>
              <a:rPr lang="en-US" altLang="zh-CN"/>
              <a:t>RSA</a:t>
            </a:r>
            <a:endParaRPr lang="en-US" altLang="zh-CN"/>
          </a:p>
        </p:txBody>
      </p:sp>
      <p:sp>
        <p:nvSpPr>
          <p:cNvPr id="2" name="内容占位符 1"/>
          <p:cNvSpPr>
            <a:spLocks noGrp="1"/>
          </p:cNvSpPr>
          <p:nvPr>
            <p:ph idx="1"/>
            <p:custDataLst>
              <p:tags r:id="rId2"/>
            </p:custDataLst>
          </p:nvPr>
        </p:nvSpPr>
        <p:spPr/>
        <p:txBody>
          <a:bodyPr/>
          <a:lstStyle/>
          <a:p>
            <a:r>
              <a:rPr sz="2800" dirty="0"/>
              <a:t>我们先切换一下世界观，切换成，模算数的世界。</a:t>
            </a:r>
            <a:endParaRPr sz="2800" dirty="0"/>
          </a:p>
        </p:txBody>
      </p:sp>
      <p:pic>
        <p:nvPicPr>
          <p:cNvPr id="4" name="图片 3"/>
          <p:cNvPicPr>
            <a:picLocks noChangeAspect="1"/>
          </p:cNvPicPr>
          <p:nvPr/>
        </p:nvPicPr>
        <p:blipFill>
          <a:blip r:embed="rId3"/>
          <a:stretch>
            <a:fillRect/>
          </a:stretch>
        </p:blipFill>
        <p:spPr>
          <a:xfrm>
            <a:off x="1112520" y="2562225"/>
            <a:ext cx="8724900" cy="3867150"/>
          </a:xfrm>
          <a:prstGeom prst="rect">
            <a:avLst/>
          </a:prstGeom>
        </p:spPr>
      </p:pic>
    </p:spTree>
    <p:custDataLst>
      <p:tags r:id="rId4"/>
    </p:custData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p:txBody>
          <a:bodyPr/>
          <a:lstStyle/>
          <a:p>
            <a:r>
              <a:rPr lang="en-US" altLang="zh-CN"/>
              <a:t>RSA </a:t>
            </a:r>
            <a:r>
              <a:t>利用了什么</a:t>
            </a:r>
          </a:p>
        </p:txBody>
      </p:sp>
      <p:sp>
        <p:nvSpPr>
          <p:cNvPr id="2" name="内容占位符 1"/>
          <p:cNvSpPr>
            <a:spLocks noGrp="1"/>
          </p:cNvSpPr>
          <p:nvPr>
            <p:ph idx="1"/>
            <p:custDataLst>
              <p:tags r:id="rId2"/>
            </p:custDataLst>
          </p:nvPr>
        </p:nvSpPr>
        <p:spPr/>
        <p:txBody>
          <a:bodyPr/>
          <a:lstStyle/>
          <a:p>
            <a:r>
              <a:rPr lang="zh-CN" altLang="en-US" sz="3200" dirty="0"/>
              <a:t>大整数分解是相当困难的。</a:t>
            </a:r>
            <a:endParaRPr lang="zh-CN" altLang="en-US" sz="3200" dirty="0"/>
          </a:p>
          <a:p>
            <a:endParaRPr lang="zh-CN" altLang="en-US" sz="3200" dirty="0"/>
          </a:p>
          <a:p>
            <a:endParaRPr lang="zh-CN" altLang="en-US" sz="3200" dirty="0"/>
          </a:p>
          <a:p>
            <a:endParaRPr lang="zh-CN" altLang="en-US" sz="3200" dirty="0"/>
          </a:p>
          <a:p>
            <a:r>
              <a:rPr lang="zh-CN" altLang="en-US" sz="3200" dirty="0"/>
              <a:t>目前在传统计算机上仍然不存在关于位数的多项式时间</a:t>
            </a:r>
            <a:r>
              <a:rPr lang="zh-CN" altLang="en-US" sz="3200" dirty="0"/>
              <a:t>算法。</a:t>
            </a:r>
            <a:endParaRPr lang="zh-CN" altLang="en-US" sz="3200" dirty="0"/>
          </a:p>
        </p:txBody>
      </p:sp>
      <p:pic>
        <p:nvPicPr>
          <p:cNvPr id="4" name="图片 3"/>
          <p:cNvPicPr>
            <a:picLocks noChangeAspect="1"/>
          </p:cNvPicPr>
          <p:nvPr/>
        </p:nvPicPr>
        <p:blipFill>
          <a:blip r:embed="rId3"/>
          <a:stretch>
            <a:fillRect/>
          </a:stretch>
        </p:blipFill>
        <p:spPr>
          <a:xfrm>
            <a:off x="6927850" y="1313815"/>
            <a:ext cx="4116070" cy="3007995"/>
          </a:xfrm>
          <a:prstGeom prst="rect">
            <a:avLst/>
          </a:prstGeom>
        </p:spPr>
      </p:pic>
    </p:spTree>
    <p:custDataLst>
      <p:tags r:id="rId4"/>
    </p:custData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p:txBody>
          <a:bodyPr/>
          <a:lstStyle/>
          <a:p>
            <a:r>
              <a:rPr lang="en-US" altLang="zh-CN"/>
              <a:t>RSA </a:t>
            </a:r>
            <a:r>
              <a:t>怎么做的？</a:t>
            </a:r>
          </a:p>
        </p:txBody>
      </p:sp>
      <p:pic>
        <p:nvPicPr>
          <p:cNvPr id="4" name="内容占位符 3"/>
          <p:cNvPicPr>
            <a:picLocks noChangeAspect="1"/>
          </p:cNvPicPr>
          <p:nvPr>
            <p:ph idx="1"/>
          </p:nvPr>
        </p:nvPicPr>
        <p:blipFill>
          <a:blip r:embed="rId2"/>
          <a:stretch>
            <a:fillRect/>
          </a:stretch>
        </p:blipFill>
        <p:spPr>
          <a:xfrm>
            <a:off x="482600" y="1314450"/>
            <a:ext cx="10041255" cy="5255895"/>
          </a:xfrm>
          <a:prstGeom prst="rect">
            <a:avLst/>
          </a:prstGeom>
        </p:spPr>
      </p:pic>
    </p:spTree>
    <p:custDataLst>
      <p:tags r:id="rId3"/>
    </p:custData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p:txBody>
          <a:bodyPr/>
          <a:lstStyle/>
          <a:p>
            <a:r>
              <a:t>攻击手段：工具</a:t>
            </a:r>
          </a:p>
        </p:txBody>
      </p:sp>
      <p:sp>
        <p:nvSpPr>
          <p:cNvPr id="2" name="内容占位符 1"/>
          <p:cNvSpPr>
            <a:spLocks noGrp="1"/>
          </p:cNvSpPr>
          <p:nvPr>
            <p:ph idx="1"/>
            <p:custDataLst>
              <p:tags r:id="rId2"/>
            </p:custDataLst>
          </p:nvPr>
        </p:nvSpPr>
        <p:spPr/>
        <p:txBody>
          <a:bodyPr/>
          <a:lstStyle/>
          <a:p>
            <a:r>
              <a:rPr lang="zh-CN" altLang="en-US" sz="2400" dirty="0"/>
              <a:t>对于比较容易分解的 </a:t>
            </a:r>
            <a:r>
              <a:rPr lang="en-US" altLang="zh-CN" sz="2400" dirty="0"/>
              <a:t>N</a:t>
            </a:r>
            <a:r>
              <a:rPr sz="2400" dirty="0"/>
              <a:t>，可以尝试用已有的优秀算法去分解。</a:t>
            </a:r>
            <a:endParaRPr sz="2400" dirty="0"/>
          </a:p>
          <a:p>
            <a:r>
              <a:rPr sz="2400" dirty="0"/>
              <a:t>包括 </a:t>
            </a:r>
            <a:r>
              <a:rPr lang="en-US" altLang="zh-CN" sz="2400" dirty="0"/>
              <a:t>factordb.com </a:t>
            </a:r>
            <a:r>
              <a:rPr sz="2400" dirty="0"/>
              <a:t>和 </a:t>
            </a:r>
            <a:r>
              <a:rPr lang="en-US" altLang="zh-CN" sz="2400" dirty="0"/>
              <a:t>yafu</a:t>
            </a:r>
            <a:endParaRPr lang="en-US" altLang="zh-CN" sz="2400" dirty="0"/>
          </a:p>
          <a:p>
            <a:endParaRPr lang="en-US" altLang="zh-CN" sz="2400" dirty="0"/>
          </a:p>
        </p:txBody>
      </p:sp>
    </p:spTree>
    <p:custDataLst>
      <p:tags r:id="rId3"/>
    </p:custData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p:txBody>
          <a:bodyPr/>
          <a:lstStyle/>
          <a:p>
            <a:r>
              <a:rPr lang="en-US" altLang="zh-CN"/>
              <a:t>Demo6</a:t>
            </a:r>
            <a:r>
              <a:t>：</a:t>
            </a:r>
          </a:p>
        </p:txBody>
      </p:sp>
      <p:sp>
        <p:nvSpPr>
          <p:cNvPr id="2" name="内容占位符 1"/>
          <p:cNvSpPr>
            <a:spLocks noGrp="1"/>
          </p:cNvSpPr>
          <p:nvPr>
            <p:ph idx="1"/>
            <p:custDataLst>
              <p:tags r:id="rId2"/>
            </p:custDataLst>
          </p:nvPr>
        </p:nvSpPr>
        <p:spPr/>
        <p:txBody>
          <a:bodyPr/>
          <a:lstStyle/>
          <a:p>
            <a:r>
              <a:rPr sz="3200">
                <a:sym typeface="+mn-ea"/>
              </a:rPr>
              <a:t>实机演示 </a:t>
            </a:r>
            <a:r>
              <a:rPr lang="en-US" altLang="zh-CN" sz="3200">
                <a:sym typeface="+mn-ea"/>
              </a:rPr>
              <a:t>factordb.com </a:t>
            </a:r>
            <a:r>
              <a:rPr sz="3200">
                <a:sym typeface="+mn-ea"/>
              </a:rPr>
              <a:t>和 </a:t>
            </a:r>
            <a:r>
              <a:rPr lang="en-US" altLang="zh-CN" sz="3200">
                <a:sym typeface="+mn-ea"/>
              </a:rPr>
              <a:t>yafu</a:t>
            </a:r>
            <a:endParaRPr lang="en-US" altLang="zh-CN" sz="3200" dirty="0"/>
          </a:p>
          <a:p>
            <a:endParaRPr lang="zh-CN" altLang="en-US" sz="3200" dirty="0"/>
          </a:p>
        </p:txBody>
      </p:sp>
      <p:pic>
        <p:nvPicPr>
          <p:cNvPr id="4" name="图片 3"/>
          <p:cNvPicPr>
            <a:picLocks noChangeAspect="1"/>
          </p:cNvPicPr>
          <p:nvPr/>
        </p:nvPicPr>
        <p:blipFill>
          <a:blip r:embed="rId3"/>
          <a:stretch>
            <a:fillRect/>
          </a:stretch>
        </p:blipFill>
        <p:spPr>
          <a:xfrm>
            <a:off x="2017395" y="2362835"/>
            <a:ext cx="6560820" cy="4734560"/>
          </a:xfrm>
          <a:prstGeom prst="rect">
            <a:avLst/>
          </a:prstGeom>
        </p:spPr>
      </p:pic>
    </p:spTree>
    <p:custDataLst>
      <p:tags r:id="rId4"/>
    </p:custData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p:txBody>
          <a:bodyPr/>
          <a:lstStyle/>
          <a:p>
            <a:r>
              <a:t>逻辑手段</a:t>
            </a:r>
          </a:p>
        </p:txBody>
      </p:sp>
      <p:sp>
        <p:nvSpPr>
          <p:cNvPr id="2" name="内容占位符 1"/>
          <p:cNvSpPr>
            <a:spLocks noGrp="1"/>
          </p:cNvSpPr>
          <p:nvPr>
            <p:ph idx="1"/>
            <p:custDataLst>
              <p:tags r:id="rId2"/>
            </p:custDataLst>
          </p:nvPr>
        </p:nvSpPr>
        <p:spPr/>
        <p:txBody>
          <a:bodyPr/>
          <a:lstStyle/>
          <a:p>
            <a:r>
              <a:rPr lang="en-US" altLang="zh-CN" sz="2800" dirty="0"/>
              <a:t>|p-q| </a:t>
            </a:r>
            <a:r>
              <a:rPr sz="2800" dirty="0"/>
              <a:t>过小？直接枚举 </a:t>
            </a:r>
            <a:r>
              <a:rPr lang="en-US" altLang="zh-CN" sz="2800" dirty="0"/>
              <a:t>p-q </a:t>
            </a:r>
            <a:r>
              <a:rPr sz="2800" dirty="0"/>
              <a:t>然后求解一元二次方程。</a:t>
            </a:r>
            <a:endParaRPr sz="2800" dirty="0"/>
          </a:p>
          <a:p>
            <a:r>
              <a:rPr sz="2800" dirty="0"/>
              <a:t>加密指数 </a:t>
            </a:r>
            <a:r>
              <a:rPr lang="en-US" altLang="zh-CN" sz="2800" dirty="0"/>
              <a:t>e </a:t>
            </a:r>
            <a:r>
              <a:rPr sz="2800" dirty="0"/>
              <a:t>太小？（比如 </a:t>
            </a:r>
            <a:r>
              <a:rPr lang="en-US" altLang="zh-CN" sz="2800" dirty="0"/>
              <a:t>e=2</a:t>
            </a:r>
            <a:r>
              <a:rPr sz="2800" dirty="0"/>
              <a:t>）枚举溢出的高位。</a:t>
            </a:r>
            <a:endParaRPr sz="2800" dirty="0"/>
          </a:p>
          <a:p>
            <a:endParaRPr sz="2800" dirty="0"/>
          </a:p>
        </p:txBody>
      </p:sp>
    </p:spTree>
    <p:custDataLst>
      <p:tags r:id="rId3"/>
    </p:custData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p:txBody>
          <a:bodyPr/>
          <a:lstStyle/>
          <a:p>
            <a:r>
              <a:rPr lang="en-US" altLang="zh-CN"/>
              <a:t>Demo7</a:t>
            </a:r>
            <a:r>
              <a:t>：</a:t>
            </a:r>
          </a:p>
        </p:txBody>
      </p:sp>
      <p:sp>
        <p:nvSpPr>
          <p:cNvPr id="2" name="内容占位符 1"/>
          <p:cNvSpPr>
            <a:spLocks noGrp="1"/>
          </p:cNvSpPr>
          <p:nvPr>
            <p:ph idx="1"/>
            <p:custDataLst>
              <p:tags r:id="rId2"/>
            </p:custDataLst>
          </p:nvPr>
        </p:nvSpPr>
        <p:spPr/>
        <p:txBody>
          <a:bodyPr/>
          <a:lstStyle/>
          <a:p>
            <a:r>
              <a:rPr lang="zh-CN" altLang="en-US" sz="2800" dirty="0"/>
              <a:t>详细见代码。</a:t>
            </a:r>
            <a:endParaRPr lang="zh-CN" altLang="en-US" sz="2800" dirty="0"/>
          </a:p>
        </p:txBody>
      </p:sp>
    </p:spTree>
    <p:custDataLst>
      <p:tags r:id="rId3"/>
    </p:custData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p:txBody>
          <a:bodyPr>
            <a:normAutofit/>
          </a:bodyPr>
          <a:lstStyle/>
          <a:p>
            <a:r>
              <a:rPr>
                <a:sym typeface="+mn-ea"/>
              </a:rPr>
              <a:t>非对称加密：</a:t>
            </a:r>
            <a:r>
              <a:rPr lang="en-US" altLang="zh-CN">
                <a:sym typeface="+mn-ea"/>
              </a:rPr>
              <a:t>ECC</a:t>
            </a:r>
            <a:endParaRPr lang="en-US" altLang="zh-CN">
              <a:sym typeface="+mn-ea"/>
            </a:endParaRPr>
          </a:p>
        </p:txBody>
      </p:sp>
      <p:sp>
        <p:nvSpPr>
          <p:cNvPr id="2" name="内容占位符 1"/>
          <p:cNvSpPr>
            <a:spLocks noGrp="1"/>
          </p:cNvSpPr>
          <p:nvPr>
            <p:ph idx="1"/>
            <p:custDataLst>
              <p:tags r:id="rId2"/>
            </p:custDataLst>
          </p:nvPr>
        </p:nvSpPr>
        <p:spPr/>
        <p:txBody>
          <a:bodyPr/>
          <a:lstStyle/>
          <a:p>
            <a:r>
              <a:rPr sz="2800" dirty="0"/>
              <a:t>相比 </a:t>
            </a:r>
            <a:r>
              <a:rPr lang="en-US" altLang="zh-CN" sz="2800" dirty="0"/>
              <a:t>RSA</a:t>
            </a:r>
            <a:r>
              <a:rPr sz="2800" dirty="0"/>
              <a:t>，它更短，更快更强。</a:t>
            </a:r>
            <a:endParaRPr sz="2800" dirty="0"/>
          </a:p>
          <a:p>
            <a:r>
              <a:rPr sz="2800" dirty="0"/>
              <a:t>在现行框架下，我们用当前最好的方法，那么，</a:t>
            </a:r>
            <a:r>
              <a:rPr lang="en-US" altLang="zh-CN" sz="2800" dirty="0"/>
              <a:t>RSA </a:t>
            </a:r>
            <a:r>
              <a:rPr sz="2800" dirty="0"/>
              <a:t>在提供长达约 </a:t>
            </a:r>
            <a:r>
              <a:rPr lang="en-US" altLang="zh-CN" sz="2800" dirty="0"/>
              <a:t>3072bit </a:t>
            </a:r>
            <a:r>
              <a:rPr sz="2800" dirty="0"/>
              <a:t>的 </a:t>
            </a:r>
            <a:r>
              <a:rPr lang="en-US" altLang="zh-CN" sz="2800" dirty="0"/>
              <a:t>key </a:t>
            </a:r>
            <a:r>
              <a:rPr sz="2800" dirty="0"/>
              <a:t>才能够提供 </a:t>
            </a:r>
            <a:r>
              <a:rPr lang="en-US" altLang="zh-CN" sz="2800" dirty="0"/>
              <a:t>128 bit </a:t>
            </a:r>
            <a:r>
              <a:rPr sz="2800" dirty="0"/>
              <a:t>的安全；而椭圆曲线则是 </a:t>
            </a:r>
            <a:r>
              <a:rPr lang="en-US" altLang="zh-CN" sz="2800" dirty="0"/>
              <a:t>256 bit</a:t>
            </a:r>
            <a:endParaRPr lang="en-US" altLang="zh-CN" sz="2800" dirty="0"/>
          </a:p>
        </p:txBody>
      </p:sp>
    </p:spTree>
    <p:custDataLst>
      <p:tags r:id="rId3"/>
    </p:custData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p:txBody>
          <a:bodyPr/>
          <a:lstStyle/>
          <a:p>
            <a:r>
              <a:rPr lang="en-US" altLang="zh-CN"/>
              <a:t>ECC</a:t>
            </a:r>
            <a:r>
              <a:t>：台球游戏</a:t>
            </a:r>
          </a:p>
        </p:txBody>
      </p:sp>
      <p:pic>
        <p:nvPicPr>
          <p:cNvPr id="6" name="内容占位符 5"/>
          <p:cNvPicPr>
            <a:picLocks noChangeAspect="1"/>
          </p:cNvPicPr>
          <p:nvPr>
            <p:ph idx="1"/>
          </p:nvPr>
        </p:nvPicPr>
        <p:blipFill>
          <a:blip r:embed="rId2"/>
          <a:stretch>
            <a:fillRect/>
          </a:stretch>
        </p:blipFill>
        <p:spPr>
          <a:xfrm>
            <a:off x="3335020" y="1583690"/>
            <a:ext cx="5514975" cy="4572000"/>
          </a:xfrm>
          <a:prstGeom prst="rect">
            <a:avLst/>
          </a:prstGeom>
        </p:spPr>
      </p:pic>
      <p:sp>
        <p:nvSpPr>
          <p:cNvPr id="7" name="文本框 6"/>
          <p:cNvSpPr txBox="1"/>
          <p:nvPr/>
        </p:nvSpPr>
        <p:spPr>
          <a:xfrm>
            <a:off x="3717290" y="5325745"/>
            <a:ext cx="2216150" cy="829945"/>
          </a:xfrm>
          <a:prstGeom prst="rect">
            <a:avLst/>
          </a:prstGeom>
          <a:noFill/>
        </p:spPr>
        <p:txBody>
          <a:bodyPr wrap="none" rtlCol="0">
            <a:spAutoFit/>
          </a:bodyPr>
          <a:p>
            <a:r>
              <a:rPr lang="en-US" altLang="zh-CN" sz="4800"/>
              <a:t>P+Q=R</a:t>
            </a:r>
            <a:endParaRPr lang="en-US" altLang="zh-CN" sz="4800"/>
          </a:p>
        </p:txBody>
      </p:sp>
    </p:spTree>
    <p:custDataLst>
      <p:tags r:id="rId3"/>
    </p:custData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p:txBody>
          <a:bodyPr/>
          <a:lstStyle/>
          <a:p>
            <a:r>
              <a:rPr lang="en-US" altLang="zh-CN"/>
              <a:t>ECC</a:t>
            </a:r>
            <a:r>
              <a:t>：台球游戏</a:t>
            </a:r>
          </a:p>
        </p:txBody>
      </p:sp>
      <p:pic>
        <p:nvPicPr>
          <p:cNvPr id="5" name="内容占位符 4"/>
          <p:cNvPicPr>
            <a:picLocks noChangeAspect="1"/>
          </p:cNvPicPr>
          <p:nvPr>
            <p:ph idx="1"/>
          </p:nvPr>
        </p:nvPicPr>
        <p:blipFill>
          <a:blip r:embed="rId2"/>
          <a:stretch>
            <a:fillRect/>
          </a:stretch>
        </p:blipFill>
        <p:spPr>
          <a:xfrm>
            <a:off x="2168525" y="1776095"/>
            <a:ext cx="6210300" cy="4705350"/>
          </a:xfrm>
          <a:prstGeom prst="rect">
            <a:avLst/>
          </a:prstGeom>
        </p:spPr>
      </p:pic>
    </p:spTree>
    <p:custDataLst>
      <p:tags r:id="rId3"/>
    </p:custData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p:txBody>
          <a:bodyPr/>
          <a:lstStyle/>
          <a:p>
            <a:r>
              <a:rPr lang="en-US" altLang="zh-CN"/>
              <a:t>ECC</a:t>
            </a:r>
            <a:r>
              <a:t>：台球游戏</a:t>
            </a:r>
          </a:p>
        </p:txBody>
      </p:sp>
      <p:pic>
        <p:nvPicPr>
          <p:cNvPr id="4" name="内容占位符 3"/>
          <p:cNvPicPr>
            <a:picLocks noChangeAspect="1"/>
          </p:cNvPicPr>
          <p:nvPr>
            <p:ph idx="1"/>
          </p:nvPr>
        </p:nvPicPr>
        <p:blipFill>
          <a:blip r:embed="rId2"/>
          <a:stretch>
            <a:fillRect/>
          </a:stretch>
        </p:blipFill>
        <p:spPr>
          <a:xfrm>
            <a:off x="3129915" y="1583690"/>
            <a:ext cx="5924550" cy="4572000"/>
          </a:xfrm>
          <a:prstGeom prst="rect">
            <a:avLst/>
          </a:prstGeom>
        </p:spPr>
      </p:pic>
    </p:spTree>
    <p:custDataLst>
      <p:tags r:id="rId3"/>
    </p:custData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p:txBody>
          <a:bodyPr/>
          <a:lstStyle/>
          <a:p>
            <a:r>
              <a:rPr lang="zh-CN" altLang="en-US"/>
              <a:t>椭圆曲线上的离散对数问题</a:t>
            </a:r>
            <a:endParaRPr lang="zh-CN" altLang="en-US"/>
          </a:p>
        </p:txBody>
      </p:sp>
      <p:sp>
        <p:nvSpPr>
          <p:cNvPr id="2" name="内容占位符 1"/>
          <p:cNvSpPr>
            <a:spLocks noGrp="1"/>
          </p:cNvSpPr>
          <p:nvPr>
            <p:ph idx="1"/>
            <p:custDataLst>
              <p:tags r:id="rId2"/>
            </p:custDataLst>
          </p:nvPr>
        </p:nvSpPr>
        <p:spPr/>
        <p:txBody>
          <a:bodyPr>
            <a:noAutofit/>
          </a:bodyPr>
          <a:lstStyle/>
          <a:p>
            <a:endParaRPr lang="en-US" altLang="zh-CN" sz="4000" dirty="0"/>
          </a:p>
          <a:p>
            <a:endParaRPr lang="en-US" altLang="zh-CN" sz="4000" dirty="0"/>
          </a:p>
          <a:p>
            <a:endParaRPr lang="en-US" altLang="zh-CN" sz="4000" dirty="0"/>
          </a:p>
          <a:p>
            <a:r>
              <a:rPr sz="4000" dirty="0"/>
              <a:t>已知 </a:t>
            </a:r>
            <a:r>
              <a:rPr lang="en-US" altLang="zh-CN" sz="4000" dirty="0"/>
              <a:t>k </a:t>
            </a:r>
            <a:r>
              <a:rPr sz="4000" dirty="0"/>
              <a:t>和 </a:t>
            </a:r>
            <a:r>
              <a:rPr lang="en-US" altLang="zh-CN" sz="4000" dirty="0"/>
              <a:t>G </a:t>
            </a:r>
            <a:r>
              <a:rPr sz="4000" dirty="0"/>
              <a:t>容易计算 </a:t>
            </a:r>
            <a:r>
              <a:rPr lang="en-US" altLang="zh-CN" sz="4000" dirty="0"/>
              <a:t>Q</a:t>
            </a:r>
            <a:endParaRPr lang="en-US" altLang="zh-CN" sz="4000" dirty="0"/>
          </a:p>
          <a:p>
            <a:r>
              <a:rPr sz="4000" dirty="0"/>
              <a:t>但是已知 </a:t>
            </a:r>
            <a:r>
              <a:rPr lang="en-US" altLang="zh-CN" sz="4000" dirty="0"/>
              <a:t>G </a:t>
            </a:r>
            <a:r>
              <a:rPr sz="4000" dirty="0"/>
              <a:t>和 </a:t>
            </a:r>
            <a:r>
              <a:rPr lang="en-US" altLang="zh-CN" sz="4000" dirty="0"/>
              <a:t>Q</a:t>
            </a:r>
            <a:r>
              <a:rPr sz="4000" dirty="0"/>
              <a:t>，计算 </a:t>
            </a:r>
            <a:r>
              <a:rPr lang="en-US" altLang="zh-CN" sz="4000" dirty="0"/>
              <a:t>k </a:t>
            </a:r>
            <a:r>
              <a:rPr sz="4000" dirty="0"/>
              <a:t>就非常不容易</a:t>
            </a:r>
            <a:endParaRPr sz="4000" dirty="0"/>
          </a:p>
        </p:txBody>
      </p:sp>
      <p:pic>
        <p:nvPicPr>
          <p:cNvPr id="4" name="图片 3"/>
          <p:cNvPicPr>
            <a:picLocks noChangeAspect="1"/>
          </p:cNvPicPr>
          <p:nvPr/>
        </p:nvPicPr>
        <p:blipFill>
          <a:blip r:embed="rId3"/>
          <a:stretch>
            <a:fillRect/>
          </a:stretch>
        </p:blipFill>
        <p:spPr>
          <a:xfrm>
            <a:off x="890905" y="1657985"/>
            <a:ext cx="9827895" cy="1997075"/>
          </a:xfrm>
          <a:prstGeom prst="rect">
            <a:avLst/>
          </a:prstGeom>
        </p:spPr>
      </p:pic>
    </p:spTree>
    <p:custDataLst>
      <p:tags r:id="rId4"/>
    </p:custData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p:txBody>
          <a:bodyPr/>
          <a:lstStyle/>
          <a:p>
            <a:r>
              <a:rPr lang="en-US" altLang="zh-CN"/>
              <a:t>Demo8</a:t>
            </a:r>
            <a:r>
              <a:t>：</a:t>
            </a:r>
            <a:r>
              <a:rPr lang="en-US" altLang="zh-CN"/>
              <a:t>sagemath </a:t>
            </a:r>
            <a:r>
              <a:t>翻译</a:t>
            </a:r>
          </a:p>
        </p:txBody>
      </p:sp>
      <p:sp>
        <p:nvSpPr>
          <p:cNvPr id="2" name="内容占位符 1"/>
          <p:cNvSpPr>
            <a:spLocks noGrp="1"/>
          </p:cNvSpPr>
          <p:nvPr>
            <p:ph idx="1"/>
            <p:custDataLst>
              <p:tags r:id="rId2"/>
            </p:custDataLst>
          </p:nvPr>
        </p:nvSpPr>
        <p:spPr/>
        <p:txBody>
          <a:bodyPr/>
          <a:lstStyle/>
          <a:p>
            <a:r>
              <a:rPr lang="zh-CN" altLang="en-US" dirty="0"/>
              <a:t>单击此处添加正文</a:t>
            </a:r>
            <a:endParaRPr lang="zh-CN" altLang="en-US" dirty="0"/>
          </a:p>
        </p:txBody>
      </p:sp>
      <p:pic>
        <p:nvPicPr>
          <p:cNvPr id="4" name="图片 3"/>
          <p:cNvPicPr>
            <a:picLocks noChangeAspect="1"/>
          </p:cNvPicPr>
          <p:nvPr/>
        </p:nvPicPr>
        <p:blipFill>
          <a:blip r:embed="rId3"/>
          <a:stretch>
            <a:fillRect/>
          </a:stretch>
        </p:blipFill>
        <p:spPr>
          <a:xfrm>
            <a:off x="0" y="2045970"/>
            <a:ext cx="5518785" cy="3138170"/>
          </a:xfrm>
          <a:prstGeom prst="rect">
            <a:avLst/>
          </a:prstGeom>
        </p:spPr>
      </p:pic>
      <p:pic>
        <p:nvPicPr>
          <p:cNvPr id="6" name="图片 5"/>
          <p:cNvPicPr>
            <a:picLocks noChangeAspect="1"/>
          </p:cNvPicPr>
          <p:nvPr/>
        </p:nvPicPr>
        <p:blipFill>
          <a:blip r:embed="rId4"/>
          <a:stretch>
            <a:fillRect/>
          </a:stretch>
        </p:blipFill>
        <p:spPr>
          <a:xfrm>
            <a:off x="4479290" y="2045970"/>
            <a:ext cx="7713345" cy="3138170"/>
          </a:xfrm>
          <a:prstGeom prst="rect">
            <a:avLst/>
          </a:prstGeom>
        </p:spPr>
      </p:pic>
    </p:spTree>
    <p:custDataLst>
      <p:tags r:id="rId5"/>
    </p:custData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p:txBody>
          <a:bodyPr/>
          <a:lstStyle/>
          <a:p>
            <a:r>
              <a:rPr lang="zh-CN" altLang="en-US"/>
              <a:t>略微讲讲 </a:t>
            </a:r>
            <a:r>
              <a:rPr lang="en-US" altLang="zh-CN"/>
              <a:t>smarts </a:t>
            </a:r>
            <a:r>
              <a:t>攻击</a:t>
            </a:r>
          </a:p>
        </p:txBody>
      </p:sp>
      <p:sp>
        <p:nvSpPr>
          <p:cNvPr id="2" name="内容占位符 1"/>
          <p:cNvSpPr>
            <a:spLocks noGrp="1"/>
          </p:cNvSpPr>
          <p:nvPr>
            <p:ph idx="1"/>
            <p:custDataLst>
              <p:tags r:id="rId2"/>
            </p:custDataLst>
          </p:nvPr>
        </p:nvSpPr>
        <p:spPr/>
        <p:txBody>
          <a:bodyPr/>
          <a:lstStyle/>
          <a:p>
            <a:r>
              <a:rPr lang="zh-CN" altLang="en-US" sz="3200" dirty="0"/>
              <a:t>即当椭圆曲线的阶为 </a:t>
            </a:r>
            <a:r>
              <a:rPr lang="en-US" altLang="zh-CN" sz="3200" dirty="0"/>
              <a:t>p </a:t>
            </a:r>
            <a:r>
              <a:rPr sz="3200" dirty="0"/>
              <a:t>的时候可以进行这样的攻击。</a:t>
            </a:r>
            <a:endParaRPr sz="3200" dirty="0"/>
          </a:p>
          <a:p>
            <a:r>
              <a:rPr sz="3200" dirty="0"/>
              <a:t>比较复杂，但一般而言，你只需要掌握怎么用即可。</a:t>
            </a:r>
            <a:endParaRPr sz="3200" dirty="0"/>
          </a:p>
          <a:p>
            <a:r>
              <a:rPr sz="3200" dirty="0"/>
              <a:t>简单而言，它可以比较容易地已知 </a:t>
            </a:r>
            <a:r>
              <a:rPr lang="en-US" altLang="zh-CN" sz="3200" dirty="0"/>
              <a:t>G </a:t>
            </a:r>
            <a:r>
              <a:rPr sz="3200" dirty="0"/>
              <a:t>和 </a:t>
            </a:r>
            <a:r>
              <a:rPr lang="en-US" altLang="zh-CN" sz="3200" dirty="0"/>
              <a:t>Q </a:t>
            </a:r>
            <a:r>
              <a:rPr sz="3200" dirty="0"/>
              <a:t>计算 </a:t>
            </a:r>
            <a:r>
              <a:rPr lang="en-US" altLang="zh-CN" sz="3200" dirty="0"/>
              <a:t>k</a:t>
            </a:r>
            <a:r>
              <a:rPr sz="3200" dirty="0"/>
              <a:t>。</a:t>
            </a:r>
            <a:endParaRPr sz="3200" dirty="0"/>
          </a:p>
        </p:txBody>
      </p:sp>
    </p:spTree>
    <p:custDataLst>
      <p:tags r:id="rId3"/>
    </p:custData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p:txBody>
          <a:bodyPr/>
          <a:lstStyle/>
          <a:p>
            <a:r>
              <a:rPr lang="en-US" altLang="zh-CN"/>
              <a:t>Demo 8.1</a:t>
            </a:r>
            <a:r>
              <a:t>：有趣的演示</a:t>
            </a:r>
          </a:p>
        </p:txBody>
      </p:sp>
      <p:sp>
        <p:nvSpPr>
          <p:cNvPr id="2" name="内容占位符 1"/>
          <p:cNvSpPr>
            <a:spLocks noGrp="1"/>
          </p:cNvSpPr>
          <p:nvPr>
            <p:ph idx="1"/>
            <p:custDataLst>
              <p:tags r:id="rId2"/>
            </p:custDataLst>
          </p:nvPr>
        </p:nvSpPr>
        <p:spPr/>
        <p:txBody>
          <a:bodyPr/>
          <a:lstStyle/>
          <a:p>
            <a:r>
              <a:rPr lang="zh-CN" altLang="en-US" sz="2800" dirty="0"/>
              <a:t>无需确切理解原理。</a:t>
            </a:r>
            <a:endParaRPr lang="zh-CN" altLang="en-US" sz="2800" dirty="0"/>
          </a:p>
        </p:txBody>
      </p:sp>
      <p:pic>
        <p:nvPicPr>
          <p:cNvPr id="4" name="图片 3"/>
          <p:cNvPicPr>
            <a:picLocks noChangeAspect="1"/>
          </p:cNvPicPr>
          <p:nvPr/>
        </p:nvPicPr>
        <p:blipFill>
          <a:blip r:embed="rId3"/>
          <a:stretch>
            <a:fillRect/>
          </a:stretch>
        </p:blipFill>
        <p:spPr>
          <a:xfrm>
            <a:off x="4246245" y="1490345"/>
            <a:ext cx="6381750" cy="4967605"/>
          </a:xfrm>
          <a:prstGeom prst="rect">
            <a:avLst/>
          </a:prstGeom>
        </p:spPr>
      </p:pic>
    </p:spTree>
    <p:custDataLst>
      <p:tags r:id="rId4"/>
    </p:custData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p:txBody>
          <a:bodyPr/>
          <a:lstStyle/>
          <a:p>
            <a:r>
              <a:rPr lang="en-US" altLang="zh-CN"/>
              <a:t>Feistel</a:t>
            </a:r>
            <a:r>
              <a:t>：可逆的混乱</a:t>
            </a:r>
          </a:p>
        </p:txBody>
      </p:sp>
      <p:sp>
        <p:nvSpPr>
          <p:cNvPr id="2" name="内容占位符 1"/>
          <p:cNvSpPr>
            <a:spLocks noGrp="1"/>
          </p:cNvSpPr>
          <p:nvPr>
            <p:ph idx="1"/>
            <p:custDataLst>
              <p:tags r:id="rId2"/>
            </p:custDataLst>
          </p:nvPr>
        </p:nvSpPr>
        <p:spPr/>
        <p:txBody>
          <a:bodyPr/>
          <a:lstStyle/>
          <a:p>
            <a:r>
              <a:rPr lang="zh-CN" altLang="en-US" sz="2400" dirty="0"/>
              <a:t>对于任意制造混乱的 </a:t>
            </a:r>
            <a:r>
              <a:rPr lang="en-US" altLang="zh-CN" sz="2400" dirty="0"/>
              <a:t>F(R,k) </a:t>
            </a:r>
            <a:r>
              <a:rPr sz="2400" dirty="0"/>
              <a:t>函数，我们设计一对（</a:t>
            </a:r>
            <a:r>
              <a:rPr lang="en-US" altLang="zh-CN" sz="2400" dirty="0"/>
              <a:t>L</a:t>
            </a:r>
            <a:r>
              <a:rPr sz="2400" dirty="0"/>
              <a:t>，</a:t>
            </a:r>
            <a:r>
              <a:rPr lang="en-US" altLang="zh-CN" sz="2400" dirty="0"/>
              <a:t>R</a:t>
            </a:r>
            <a:r>
              <a:rPr sz="2400" dirty="0"/>
              <a:t>）满足：</a:t>
            </a:r>
            <a:endParaRPr sz="2400" dirty="0"/>
          </a:p>
          <a:p>
            <a:endParaRPr sz="2400" dirty="0"/>
          </a:p>
          <a:p>
            <a:endParaRPr sz="2400" dirty="0"/>
          </a:p>
          <a:p>
            <a:r>
              <a:rPr sz="2400" dirty="0"/>
              <a:t>那么它总是可以逆向成：</a:t>
            </a:r>
            <a:endParaRPr sz="2400" dirty="0"/>
          </a:p>
          <a:p>
            <a:endParaRPr sz="2400" dirty="0"/>
          </a:p>
          <a:p>
            <a:endParaRPr sz="2400" dirty="0"/>
          </a:p>
          <a:p>
            <a:r>
              <a:rPr sz="2400" dirty="0"/>
              <a:t>著名的 </a:t>
            </a:r>
            <a:r>
              <a:rPr lang="en-US" altLang="zh-CN" sz="2400" dirty="0"/>
              <a:t>DES </a:t>
            </a:r>
            <a:r>
              <a:rPr sz="2400" dirty="0"/>
              <a:t>和 </a:t>
            </a:r>
            <a:r>
              <a:rPr lang="en-US" altLang="zh-CN" sz="2400" dirty="0"/>
              <a:t>SM4 </a:t>
            </a:r>
            <a:r>
              <a:rPr sz="2400" dirty="0"/>
              <a:t>算法受此影响。</a:t>
            </a:r>
            <a:endParaRPr sz="2400" dirty="0"/>
          </a:p>
        </p:txBody>
      </p:sp>
      <p:pic>
        <p:nvPicPr>
          <p:cNvPr id="5" name="图片 4"/>
          <p:cNvPicPr>
            <a:picLocks noChangeAspect="1"/>
          </p:cNvPicPr>
          <p:nvPr/>
        </p:nvPicPr>
        <p:blipFill>
          <a:blip r:embed="rId3"/>
          <a:stretch>
            <a:fillRect/>
          </a:stretch>
        </p:blipFill>
        <p:spPr>
          <a:xfrm>
            <a:off x="737870" y="2175510"/>
            <a:ext cx="10367645" cy="757555"/>
          </a:xfrm>
          <a:prstGeom prst="rect">
            <a:avLst/>
          </a:prstGeom>
        </p:spPr>
      </p:pic>
      <p:pic>
        <p:nvPicPr>
          <p:cNvPr id="6" name="图片 5"/>
          <p:cNvPicPr>
            <a:picLocks noChangeAspect="1"/>
          </p:cNvPicPr>
          <p:nvPr/>
        </p:nvPicPr>
        <p:blipFill>
          <a:blip r:embed="rId4"/>
          <a:stretch>
            <a:fillRect/>
          </a:stretch>
        </p:blipFill>
        <p:spPr>
          <a:xfrm>
            <a:off x="867410" y="4235450"/>
            <a:ext cx="9306560" cy="875030"/>
          </a:xfrm>
          <a:prstGeom prst="rect">
            <a:avLst/>
          </a:prstGeom>
        </p:spPr>
      </p:pic>
    </p:spTree>
    <p:custDataLst>
      <p:tags r:id="rId5"/>
    </p:custData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p:txBody>
          <a:bodyPr/>
          <a:lstStyle/>
          <a:p>
            <a:r>
              <a:rPr lang="en-US" altLang="zh-CN"/>
              <a:t>Demo8.5</a:t>
            </a:r>
            <a:r>
              <a:t>：类 </a:t>
            </a:r>
            <a:r>
              <a:rPr lang="en-US" altLang="zh-CN"/>
              <a:t>DES </a:t>
            </a:r>
            <a:r>
              <a:t>代码演示</a:t>
            </a:r>
          </a:p>
        </p:txBody>
      </p:sp>
      <p:sp>
        <p:nvSpPr>
          <p:cNvPr id="2" name="内容占位符 1"/>
          <p:cNvSpPr>
            <a:spLocks noGrp="1"/>
          </p:cNvSpPr>
          <p:nvPr>
            <p:ph idx="1"/>
            <p:custDataLst>
              <p:tags r:id="rId2"/>
            </p:custDataLst>
          </p:nvPr>
        </p:nvSpPr>
        <p:spPr/>
        <p:txBody>
          <a:bodyPr/>
          <a:lstStyle/>
          <a:p>
            <a:r>
              <a:rPr lang="zh-CN" altLang="en-US" dirty="0"/>
              <a:t>见代码。</a:t>
            </a:r>
            <a:endParaRPr lang="zh-CN" altLang="en-US" dirty="0"/>
          </a:p>
        </p:txBody>
      </p:sp>
    </p:spTree>
    <p:custDataLst>
      <p:tags r:id="rId3"/>
    </p:custData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p:txBody>
          <a:bodyPr/>
          <a:lstStyle/>
          <a:p>
            <a:r>
              <a:rPr lang="en-US" altLang="zh-CN"/>
              <a:t>Demo9</a:t>
            </a:r>
            <a:r>
              <a:t>：</a:t>
            </a:r>
            <a:r>
              <a:rPr lang="en-US" altLang="zh-CN"/>
              <a:t>AES </a:t>
            </a:r>
            <a:r>
              <a:t>代码演示</a:t>
            </a:r>
          </a:p>
        </p:txBody>
      </p:sp>
      <p:sp>
        <p:nvSpPr>
          <p:cNvPr id="2" name="内容占位符 1"/>
          <p:cNvSpPr>
            <a:spLocks noGrp="1"/>
          </p:cNvSpPr>
          <p:nvPr>
            <p:ph idx="1"/>
            <p:custDataLst>
              <p:tags r:id="rId2"/>
            </p:custDataLst>
          </p:nvPr>
        </p:nvSpPr>
        <p:spPr/>
        <p:txBody>
          <a:bodyPr/>
          <a:lstStyle/>
          <a:p>
            <a:r>
              <a:rPr lang="zh-CN" altLang="en-US" sz="2800" dirty="0"/>
              <a:t>见代码。</a:t>
            </a:r>
            <a:endParaRPr lang="zh-CN" altLang="en-US" sz="2800" dirty="0"/>
          </a:p>
        </p:txBody>
      </p:sp>
    </p:spTree>
    <p:custDataLst>
      <p:tags r:id="rId3"/>
    </p:custData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p:txBody>
          <a:bodyPr/>
          <a:lstStyle/>
          <a:p>
            <a:r>
              <a:rPr lang="en-US" altLang="zh-CN"/>
              <a:t>Demo10</a:t>
            </a:r>
            <a:r>
              <a:t>：</a:t>
            </a:r>
            <a:r>
              <a:rPr lang="en-US" altLang="zh-CN"/>
              <a:t>SM4 </a:t>
            </a:r>
            <a:r>
              <a:t>及</a:t>
            </a:r>
            <a:r>
              <a:t>十轮</a:t>
            </a:r>
            <a:r>
              <a:t>选择明文攻击演示</a:t>
            </a:r>
          </a:p>
        </p:txBody>
      </p:sp>
      <p:sp>
        <p:nvSpPr>
          <p:cNvPr id="2" name="内容占位符 1"/>
          <p:cNvSpPr>
            <a:spLocks noGrp="1"/>
          </p:cNvSpPr>
          <p:nvPr>
            <p:ph idx="1"/>
            <p:custDataLst>
              <p:tags r:id="rId2"/>
            </p:custDataLst>
          </p:nvPr>
        </p:nvSpPr>
        <p:spPr/>
        <p:txBody>
          <a:bodyPr/>
          <a:lstStyle/>
          <a:p>
            <a:r>
              <a:rPr lang="zh-CN" altLang="en-US" sz="2800" dirty="0"/>
              <a:t>见代码。</a:t>
            </a:r>
            <a:endParaRPr lang="zh-CN" altLang="en-US" sz="2800" dirty="0"/>
          </a:p>
        </p:txBody>
      </p:sp>
    </p:spTree>
    <p:custDataLst>
      <p:tags r:id="rId3"/>
    </p:custData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p:txBody>
          <a:bodyPr/>
          <a:lstStyle/>
          <a:p>
            <a:r>
              <a:rPr lang="zh-CN" altLang="en-US"/>
              <a:t>一些吹水（本篇没有涉及）</a:t>
            </a:r>
            <a:endParaRPr lang="zh-CN" altLang="en-US"/>
          </a:p>
        </p:txBody>
      </p:sp>
      <p:sp>
        <p:nvSpPr>
          <p:cNvPr id="2" name="内容占位符 1"/>
          <p:cNvSpPr>
            <a:spLocks noGrp="1"/>
          </p:cNvSpPr>
          <p:nvPr>
            <p:ph idx="1"/>
            <p:custDataLst>
              <p:tags r:id="rId2"/>
            </p:custDataLst>
          </p:nvPr>
        </p:nvSpPr>
        <p:spPr/>
        <p:txBody>
          <a:bodyPr/>
          <a:lstStyle/>
          <a:p>
            <a:r>
              <a:rPr sz="2800" dirty="0"/>
              <a:t>数字签名。（</a:t>
            </a:r>
            <a:r>
              <a:rPr lang="en-US" altLang="zh-CN" sz="2800" dirty="0"/>
              <a:t>RSA </a:t>
            </a:r>
            <a:r>
              <a:rPr sz="2800" dirty="0"/>
              <a:t>和 </a:t>
            </a:r>
            <a:r>
              <a:rPr lang="en-US" altLang="zh-CN" sz="2800" dirty="0"/>
              <a:t>ECC </a:t>
            </a:r>
            <a:r>
              <a:rPr sz="2800" dirty="0"/>
              <a:t>都可以用）</a:t>
            </a:r>
            <a:endParaRPr sz="2800" dirty="0"/>
          </a:p>
          <a:p>
            <a:r>
              <a:rPr sz="2800" dirty="0"/>
              <a:t>后量子密码，同态加密，量子密码。</a:t>
            </a:r>
            <a:endParaRPr sz="2800" dirty="0"/>
          </a:p>
          <a:p>
            <a:r>
              <a:rPr sz="2800" dirty="0"/>
              <a:t>想到哪吹到哪，不必细听。</a:t>
            </a:r>
            <a:endParaRPr sz="2800" dirty="0"/>
          </a:p>
        </p:txBody>
      </p:sp>
    </p:spTree>
    <p:custDataLst>
      <p:tags r:id="rId3"/>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176"/>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176"/>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176"/>
  <p:tag name="KSO_WM_TEMPLATE_MASTER_TYPE" val="0"/>
  <p:tag name="KSO_WM_TEMPLATE_COLOR_TYPE" val="1"/>
  <p:tag name="KSO_WM_UNIT_SHOW_EDIT_AREA_INDICATION" val="1"/>
</p:tagLst>
</file>

<file path=ppt/tags/tag63.xml><?xml version="1.0" encoding="utf-8"?>
<p:tagLst xmlns:p="http://schemas.openxmlformats.org/presentationml/2006/main">
  <p:tag name="KSO_WM_UNIT_ISCONTENTSTITLE" val="0"/>
  <p:tag name="KSO_WM_UNIT_ISNUMDGMTITLE" val="0"/>
  <p:tag name="KSO_WM_UNIT_PRESET_TEXT" val="空白演示"/>
  <p:tag name="KSO_WM_UNIT_NOCLEAR" val="0"/>
  <p:tag name="KSO_WM_UNIT_SHOW_EDIT_AREA_INDICATION" val="1"/>
  <p:tag name="KSO_WM_UNIT_VALUE" val="28"/>
  <p:tag name="KSO_WM_UNIT_HIGHLIGHT" val="0"/>
  <p:tag name="KSO_WM_UNIT_COMPATIBLE" val="0"/>
  <p:tag name="KSO_WM_UNIT_DIAGRAM_ISNUMVISUAL" val="0"/>
  <p:tag name="KSO_WM_UNIT_DIAGRAM_ISREFERUNIT" val="0"/>
  <p:tag name="KSO_WM_UNIT_TYPE" val="a"/>
  <p:tag name="KSO_WM_UNIT_INDEX" val="1"/>
  <p:tag name="KSO_WM_UNIT_ID" val="custom20205176_1*a*1"/>
  <p:tag name="KSO_WM_TEMPLATE_CATEGORY" val="custom"/>
  <p:tag name="KSO_WM_TEMPLATE_INDEX" val="20205176"/>
  <p:tag name="KSO_WM_UNIT_LAYERLEVEL" val="1"/>
  <p:tag name="KSO_WM_TAG_VERSION" val="1.0"/>
  <p:tag name="KSO_WM_BEAUTIFY_FLAG" val="#wm#"/>
</p:tagLst>
</file>

<file path=ppt/tags/tag64.xml><?xml version="1.0" encoding="utf-8"?>
<p:tagLst xmlns:p="http://schemas.openxmlformats.org/presentationml/2006/main">
  <p:tag name="KSO_WM_UNIT_ISCONTENTSTITLE" val="0"/>
  <p:tag name="KSO_WM_UNIT_ISNUMDGMTITLE" val="0"/>
  <p:tag name="KSO_WM_UNIT_PRESET_TEXT" val="单击输入您的封面副标题"/>
  <p:tag name="KSO_WM_UNIT_NOCLEAR" val="0"/>
  <p:tag name="KSO_WM_UNIT_SHOW_EDIT_AREA_INDICATION" val="1"/>
  <p:tag name="KSO_WM_UNIT_VALUE" val="111"/>
  <p:tag name="KSO_WM_UNIT_HIGHLIGHT" val="0"/>
  <p:tag name="KSO_WM_UNIT_COMPATIBLE" val="0"/>
  <p:tag name="KSO_WM_UNIT_DIAGRAM_ISNUMVISUAL" val="0"/>
  <p:tag name="KSO_WM_UNIT_DIAGRAM_ISREFERUNIT" val="0"/>
  <p:tag name="KSO_WM_UNIT_TYPE" val="b"/>
  <p:tag name="KSO_WM_UNIT_INDEX" val="1"/>
  <p:tag name="KSO_WM_UNIT_ID" val="custom20205176_1*b*1"/>
  <p:tag name="KSO_WM_TEMPLATE_CATEGORY" val="custom"/>
  <p:tag name="KSO_WM_TEMPLATE_INDEX" val="20205176"/>
  <p:tag name="KSO_WM_UNIT_LAYERLEVEL" val="1"/>
  <p:tag name="KSO_WM_TAG_VERSION" val="1.0"/>
  <p:tag name="KSO_WM_BEAUTIFY_FLAG" val="#wm#"/>
</p:tagLst>
</file>

<file path=ppt/tags/tag65.xml><?xml version="1.0" encoding="utf-8"?>
<p:tagLst xmlns:p="http://schemas.openxmlformats.org/presentationml/2006/main">
  <p:tag name="KSO_WM_SLIDE_ID" val="custom20205176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176"/>
  <p:tag name="KSO_WM_SLIDE_LAYOUT" val="a_b"/>
  <p:tag name="KSO_WM_SLIDE_LAYOUT_CNT" val="1_1"/>
  <p:tag name="KSO_WM_UNIT_SHOW_EDIT_AREA_INDICATION" val="1"/>
  <p:tag name="KSO_WM_TEMPLATE_THUMBS_INDEX" val="1、4、7、12、13、14、15、16、17、18、20、24、25、28、33、36、40、43、44"/>
</p:tagLst>
</file>

<file path=ppt/tags/tag66.xml><?xml version="1.0" encoding="utf-8"?>
<p:tagLst xmlns:p="http://schemas.openxmlformats.org/presentationml/2006/main">
  <p:tag name="KSO_WM_UNIT_ISCONTENTSTITLE" val="0"/>
  <p:tag name="KSO_WM_UNIT_PRESET_TEXT" val="单击此处添加标题"/>
  <p:tag name="KSO_WM_UNIT_NOCLEAR" val="0"/>
  <p:tag name="KSO_WM_UNIT_SHOW_EDIT_AREA_INDICATION" val="1"/>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custom20205176_13*a*1"/>
  <p:tag name="KSO_WM_TEMPLATE_CATEGORY" val="custom"/>
  <p:tag name="KSO_WM_TEMPLATE_INDEX" val="20205176"/>
  <p:tag name="KSO_WM_UNIT_LAYERLEVEL" val="1"/>
  <p:tag name="KSO_WM_TAG_VERSION" val="1.0"/>
  <p:tag name="KSO_WM_BEAUTIFY_FLAG" val="#wm#"/>
  <p:tag name="KSO_WM_UNIT_ISNUMDGMTITLE" val="0"/>
</p:tagLst>
</file>

<file path=ppt/tags/tag67.xml><?xml version="1.0" encoding="utf-8"?>
<p:tagLst xmlns:p="http://schemas.openxmlformats.org/presentationml/2006/main">
  <p:tag name="KSO_WM_UNIT_PRESET_TEXT" val="单击此处添加正文"/>
  <p:tag name="KSO_WM_UNIT_NOCLEAR" val="0"/>
  <p:tag name="KSO_WM_UNIT_SHOW_EDIT_AREA_INDICATION" val="1"/>
  <p:tag name="KSO_WM_UNIT_VALUE" val="689"/>
  <p:tag name="KSO_WM_UNIT_HIGHLIGHT" val="0"/>
  <p:tag name="KSO_WM_UNIT_COMPATIBLE" val="0"/>
  <p:tag name="KSO_WM_UNIT_DIAGRAM_ISNUMVISUAL" val="0"/>
  <p:tag name="KSO_WM_UNIT_DIAGRAM_ISREFERUNIT" val="0"/>
  <p:tag name="KSO_WM_UNIT_TYPE" val="f"/>
  <p:tag name="KSO_WM_UNIT_INDEX" val="1"/>
  <p:tag name="KSO_WM_UNIT_ID" val="custom20205176_13*f*1"/>
  <p:tag name="KSO_WM_TEMPLATE_CATEGORY" val="custom"/>
  <p:tag name="KSO_WM_TEMPLATE_INDEX" val="20205176"/>
  <p:tag name="KSO_WM_UNIT_LAYERLEVEL" val="1"/>
  <p:tag name="KSO_WM_TAG_VERSION" val="1.0"/>
  <p:tag name="KSO_WM_BEAUTIFY_FLAG" val="#wm#"/>
</p:tagLst>
</file>

<file path=ppt/tags/tag68.xml><?xml version="1.0" encoding="utf-8"?>
<p:tagLst xmlns:p="http://schemas.openxmlformats.org/presentationml/2006/main">
  <p:tag name="KSO_WM_UNIT_PRESET_TEXT" val="单击此处添加正文"/>
  <p:tag name="KSO_WM_UNIT_NOCLEAR" val="0"/>
  <p:tag name="KSO_WM_UNIT_SHOW_EDIT_AREA_INDICATION" val="1"/>
  <p:tag name="KSO_WM_UNIT_VALUE" val="689"/>
  <p:tag name="KSO_WM_UNIT_HIGHLIGHT" val="0"/>
  <p:tag name="KSO_WM_UNIT_COMPATIBLE" val="0"/>
  <p:tag name="KSO_WM_UNIT_DIAGRAM_ISNUMVISUAL" val="0"/>
  <p:tag name="KSO_WM_UNIT_DIAGRAM_ISREFERUNIT" val="0"/>
  <p:tag name="KSO_WM_UNIT_TYPE" val="f"/>
  <p:tag name="KSO_WM_UNIT_INDEX" val="1"/>
  <p:tag name="KSO_WM_UNIT_ID" val="custom20205176_13*f*1"/>
  <p:tag name="KSO_WM_TEMPLATE_CATEGORY" val="custom"/>
  <p:tag name="KSO_WM_TEMPLATE_INDEX" val="20205176"/>
  <p:tag name="KSO_WM_UNIT_LAYERLEVEL" val="1"/>
  <p:tag name="KSO_WM_TAG_VERSION" val="1.0"/>
  <p:tag name="KSO_WM_BEAUTIFY_FLAG" val="#wm#"/>
</p:tagLst>
</file>

<file path=ppt/tags/tag69.xml><?xml version="1.0" encoding="utf-8"?>
<p:tagLst xmlns:p="http://schemas.openxmlformats.org/presentationml/2006/main">
  <p:tag name="KSO_WM_BEAUTIFY_FLAG" val="#wm#"/>
  <p:tag name="KSO_WM_TEMPLATE_CATEGORY" val="custom"/>
  <p:tag name="KSO_WM_TEMPLATE_INDEX" val="20205176"/>
  <p:tag name="KSO_WM_SLIDE_ID" val="custom20205176_13"/>
  <p:tag name="KSO_WM_TEMPLATE_SUBCATEGORY" val="19"/>
  <p:tag name="KSO_WM_TEMPLATE_MASTER_TYPE" val="0"/>
  <p:tag name="KSO_WM_TEMPLATE_COLOR_TYPE" val="1"/>
  <p:tag name="KSO_WM_SLIDE_ITEM_CNT" val="0"/>
  <p:tag name="KSO_WM_SLIDE_INDEX" val="13"/>
  <p:tag name="KSO_WM_TAG_VERSION" val="1.0"/>
  <p:tag name="KSO_WM_SLIDE_TYPE" val="text"/>
  <p:tag name="KSO_WM_SLIDE_SUBTYPE" val="pureTxt"/>
  <p:tag name="KSO_WM_SLIDE_SIZE" val="863*444"/>
  <p:tag name="KSO_WM_SLIDE_POSITION" val="47*47"/>
  <p:tag name="KSO_WM_SLIDE_LAYOUT" val="a_f"/>
  <p:tag name="KSO_WM_SLIDE_LAYOUT_CNT" val="1_1"/>
  <p:tag name="KSO_WM_UNIT_SHOW_EDIT_AREA_INDICATION" val="1"/>
</p:tagLst>
</file>

<file path=ppt/tags/tag70.xml><?xml version="1.0" encoding="utf-8"?>
<p:tagLst xmlns:p="http://schemas.openxmlformats.org/presentationml/2006/main">
  <p:tag name="KSO_WM_UNIT_ISCONTENTSTITLE" val="0"/>
  <p:tag name="KSO_WM_UNIT_PRESET_TEXT" val="单击此处添加标题"/>
  <p:tag name="KSO_WM_UNIT_NOCLEAR" val="0"/>
  <p:tag name="KSO_WM_UNIT_SHOW_EDIT_AREA_INDICATION" val="1"/>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custom20205176_13*a*1"/>
  <p:tag name="KSO_WM_TEMPLATE_CATEGORY" val="custom"/>
  <p:tag name="KSO_WM_TEMPLATE_INDEX" val="20205176"/>
  <p:tag name="KSO_WM_UNIT_LAYERLEVEL" val="1"/>
  <p:tag name="KSO_WM_TAG_VERSION" val="1.0"/>
  <p:tag name="KSO_WM_BEAUTIFY_FLAG" val="#wm#"/>
  <p:tag name="KSO_WM_UNIT_ISNUMDGMTITLE" val="0"/>
</p:tagLst>
</file>

<file path=ppt/tags/tag71.xml><?xml version="1.0" encoding="utf-8"?>
<p:tagLst xmlns:p="http://schemas.openxmlformats.org/presentationml/2006/main">
  <p:tag name="KSO_WM_UNIT_PRESET_TEXT" val="单击此处添加正文"/>
  <p:tag name="KSO_WM_UNIT_NOCLEAR" val="0"/>
  <p:tag name="KSO_WM_UNIT_SHOW_EDIT_AREA_INDICATION" val="1"/>
  <p:tag name="KSO_WM_UNIT_VALUE" val="689"/>
  <p:tag name="KSO_WM_UNIT_HIGHLIGHT" val="0"/>
  <p:tag name="KSO_WM_UNIT_COMPATIBLE" val="0"/>
  <p:tag name="KSO_WM_UNIT_DIAGRAM_ISNUMVISUAL" val="0"/>
  <p:tag name="KSO_WM_UNIT_DIAGRAM_ISREFERUNIT" val="0"/>
  <p:tag name="KSO_WM_UNIT_TYPE" val="f"/>
  <p:tag name="KSO_WM_UNIT_INDEX" val="1"/>
  <p:tag name="KSO_WM_UNIT_ID" val="custom20205176_13*f*1"/>
  <p:tag name="KSO_WM_TEMPLATE_CATEGORY" val="custom"/>
  <p:tag name="KSO_WM_TEMPLATE_INDEX" val="20205176"/>
  <p:tag name="KSO_WM_UNIT_LAYERLEVEL" val="1"/>
  <p:tag name="KSO_WM_TAG_VERSION" val="1.0"/>
  <p:tag name="KSO_WM_BEAUTIFY_FLAG" val="#wm#"/>
</p:tagLst>
</file>

<file path=ppt/tags/tag72.xml><?xml version="1.0" encoding="utf-8"?>
<p:tagLst xmlns:p="http://schemas.openxmlformats.org/presentationml/2006/main">
  <p:tag name="KSO_WM_BEAUTIFY_FLAG" val="#wm#"/>
  <p:tag name="KSO_WM_TEMPLATE_CATEGORY" val="custom"/>
  <p:tag name="KSO_WM_TEMPLATE_INDEX" val="20205176"/>
  <p:tag name="KSO_WM_SLIDE_ID" val="custom20205176_13"/>
  <p:tag name="KSO_WM_TEMPLATE_SUBCATEGORY" val="19"/>
  <p:tag name="KSO_WM_TEMPLATE_MASTER_TYPE" val="0"/>
  <p:tag name="KSO_WM_TEMPLATE_COLOR_TYPE" val="1"/>
  <p:tag name="KSO_WM_SLIDE_ITEM_CNT" val="0"/>
  <p:tag name="KSO_WM_SLIDE_INDEX" val="13"/>
  <p:tag name="KSO_WM_TAG_VERSION" val="1.0"/>
  <p:tag name="KSO_WM_SLIDE_TYPE" val="text"/>
  <p:tag name="KSO_WM_SLIDE_SUBTYPE" val="pureTxt"/>
  <p:tag name="KSO_WM_SLIDE_SIZE" val="863*444"/>
  <p:tag name="KSO_WM_SLIDE_POSITION" val="47*47"/>
  <p:tag name="KSO_WM_SLIDE_LAYOUT" val="a_f"/>
  <p:tag name="KSO_WM_SLIDE_LAYOUT_CNT" val="1_1"/>
  <p:tag name="KSO_WM_UNIT_SHOW_EDIT_AREA_INDICATION" val="1"/>
</p:tagLst>
</file>

<file path=ppt/tags/tag73.xml><?xml version="1.0" encoding="utf-8"?>
<p:tagLst xmlns:p="http://schemas.openxmlformats.org/presentationml/2006/main">
  <p:tag name="KSO_WM_UNIT_ISCONTENTSTITLE" val="0"/>
  <p:tag name="KSO_WM_UNIT_PRESET_TEXT" val="单击此处添加标题"/>
  <p:tag name="KSO_WM_UNIT_NOCLEAR" val="0"/>
  <p:tag name="KSO_WM_UNIT_SHOW_EDIT_AREA_INDICATION" val="1"/>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custom20205176_13*a*1"/>
  <p:tag name="KSO_WM_TEMPLATE_CATEGORY" val="custom"/>
  <p:tag name="KSO_WM_TEMPLATE_INDEX" val="20205176"/>
  <p:tag name="KSO_WM_UNIT_LAYERLEVEL" val="1"/>
  <p:tag name="KSO_WM_TAG_VERSION" val="1.0"/>
  <p:tag name="KSO_WM_BEAUTIFY_FLAG" val="#wm#"/>
  <p:tag name="KSO_WM_UNIT_ISNUMDGMTITLE" val="0"/>
</p:tagLst>
</file>

<file path=ppt/tags/tag74.xml><?xml version="1.0" encoding="utf-8"?>
<p:tagLst xmlns:p="http://schemas.openxmlformats.org/presentationml/2006/main">
  <p:tag name="KSO_WM_UNIT_PRESET_TEXT" val="单击此处添加正文"/>
  <p:tag name="KSO_WM_UNIT_NOCLEAR" val="0"/>
  <p:tag name="KSO_WM_UNIT_SHOW_EDIT_AREA_INDICATION" val="1"/>
  <p:tag name="KSO_WM_UNIT_VALUE" val="689"/>
  <p:tag name="KSO_WM_UNIT_HIGHLIGHT" val="0"/>
  <p:tag name="KSO_WM_UNIT_COMPATIBLE" val="0"/>
  <p:tag name="KSO_WM_UNIT_DIAGRAM_ISNUMVISUAL" val="0"/>
  <p:tag name="KSO_WM_UNIT_DIAGRAM_ISREFERUNIT" val="0"/>
  <p:tag name="KSO_WM_UNIT_TYPE" val="f"/>
  <p:tag name="KSO_WM_UNIT_INDEX" val="1"/>
  <p:tag name="KSO_WM_UNIT_ID" val="custom20205176_13*f*1"/>
  <p:tag name="KSO_WM_TEMPLATE_CATEGORY" val="custom"/>
  <p:tag name="KSO_WM_TEMPLATE_INDEX" val="20205176"/>
  <p:tag name="KSO_WM_UNIT_LAYERLEVEL" val="1"/>
  <p:tag name="KSO_WM_TAG_VERSION" val="1.0"/>
  <p:tag name="KSO_WM_BEAUTIFY_FLAG" val="#wm#"/>
</p:tagLst>
</file>

<file path=ppt/tags/tag75.xml><?xml version="1.0" encoding="utf-8"?>
<p:tagLst xmlns:p="http://schemas.openxmlformats.org/presentationml/2006/main">
  <p:tag name="KSO_WM_UNIT_PRESET_TEXT" val="单击此处添加正文"/>
  <p:tag name="KSO_WM_UNIT_NOCLEAR" val="0"/>
  <p:tag name="KSO_WM_UNIT_SHOW_EDIT_AREA_INDICATION" val="1"/>
  <p:tag name="KSO_WM_UNIT_VALUE" val="689"/>
  <p:tag name="KSO_WM_UNIT_HIGHLIGHT" val="0"/>
  <p:tag name="KSO_WM_UNIT_COMPATIBLE" val="0"/>
  <p:tag name="KSO_WM_UNIT_DIAGRAM_ISNUMVISUAL" val="0"/>
  <p:tag name="KSO_WM_UNIT_DIAGRAM_ISREFERUNIT" val="0"/>
  <p:tag name="KSO_WM_UNIT_TYPE" val="f"/>
  <p:tag name="KSO_WM_UNIT_INDEX" val="1"/>
  <p:tag name="KSO_WM_UNIT_ID" val="custom20205176_13*f*1"/>
  <p:tag name="KSO_WM_TEMPLATE_CATEGORY" val="custom"/>
  <p:tag name="KSO_WM_TEMPLATE_INDEX" val="20205176"/>
  <p:tag name="KSO_WM_UNIT_LAYERLEVEL" val="1"/>
  <p:tag name="KSO_WM_TAG_VERSION" val="1.0"/>
  <p:tag name="KSO_WM_BEAUTIFY_FLAG" val="#wm#"/>
</p:tagLst>
</file>

<file path=ppt/tags/tag76.xml><?xml version="1.0" encoding="utf-8"?>
<p:tagLst xmlns:p="http://schemas.openxmlformats.org/presentationml/2006/main">
  <p:tag name="KSO_WM_UNIT_PRESET_TEXT" val="单击此处添加正文"/>
  <p:tag name="KSO_WM_UNIT_NOCLEAR" val="0"/>
  <p:tag name="KSO_WM_UNIT_SHOW_EDIT_AREA_INDICATION" val="1"/>
  <p:tag name="KSO_WM_UNIT_VALUE" val="689"/>
  <p:tag name="KSO_WM_UNIT_HIGHLIGHT" val="0"/>
  <p:tag name="KSO_WM_UNIT_COMPATIBLE" val="0"/>
  <p:tag name="KSO_WM_UNIT_DIAGRAM_ISNUMVISUAL" val="0"/>
  <p:tag name="KSO_WM_UNIT_DIAGRAM_ISREFERUNIT" val="0"/>
  <p:tag name="KSO_WM_UNIT_TYPE" val="f"/>
  <p:tag name="KSO_WM_UNIT_INDEX" val="1"/>
  <p:tag name="KSO_WM_UNIT_ID" val="custom20205176_13*f*1"/>
  <p:tag name="KSO_WM_TEMPLATE_CATEGORY" val="custom"/>
  <p:tag name="KSO_WM_TEMPLATE_INDEX" val="20205176"/>
  <p:tag name="KSO_WM_UNIT_LAYERLEVEL" val="1"/>
  <p:tag name="KSO_WM_TAG_VERSION" val="1.0"/>
  <p:tag name="KSO_WM_BEAUTIFY_FLAG" val="#wm#"/>
</p:tagLst>
</file>

<file path=ppt/tags/tag77.xml><?xml version="1.0" encoding="utf-8"?>
<p:tagLst xmlns:p="http://schemas.openxmlformats.org/presentationml/2006/main">
  <p:tag name="KSO_WM_UNIT_PRESET_TEXT" val="单击此处添加正文"/>
  <p:tag name="KSO_WM_UNIT_NOCLEAR" val="0"/>
  <p:tag name="KSO_WM_UNIT_SHOW_EDIT_AREA_INDICATION" val="1"/>
  <p:tag name="KSO_WM_UNIT_VALUE" val="689"/>
  <p:tag name="KSO_WM_UNIT_HIGHLIGHT" val="0"/>
  <p:tag name="KSO_WM_UNIT_COMPATIBLE" val="0"/>
  <p:tag name="KSO_WM_UNIT_DIAGRAM_ISNUMVISUAL" val="0"/>
  <p:tag name="KSO_WM_UNIT_DIAGRAM_ISREFERUNIT" val="0"/>
  <p:tag name="KSO_WM_UNIT_TYPE" val="f"/>
  <p:tag name="KSO_WM_UNIT_INDEX" val="1"/>
  <p:tag name="KSO_WM_UNIT_ID" val="custom20205176_13*f*1"/>
  <p:tag name="KSO_WM_TEMPLATE_CATEGORY" val="custom"/>
  <p:tag name="KSO_WM_TEMPLATE_INDEX" val="20205176"/>
  <p:tag name="KSO_WM_UNIT_LAYERLEVEL" val="1"/>
  <p:tag name="KSO_WM_TAG_VERSION" val="1.0"/>
  <p:tag name="KSO_WM_BEAUTIFY_FLAG" val="#wm#"/>
</p:tagLst>
</file>

<file path=ppt/tags/tag78.xml><?xml version="1.0" encoding="utf-8"?>
<p:tagLst xmlns:p="http://schemas.openxmlformats.org/presentationml/2006/main">
  <p:tag name="KSO_WM_BEAUTIFY_FLAG" val="#wm#"/>
  <p:tag name="KSO_WM_TEMPLATE_CATEGORY" val="custom"/>
  <p:tag name="KSO_WM_TEMPLATE_INDEX" val="20205176"/>
  <p:tag name="KSO_WM_SLIDE_ID" val="custom20205176_13"/>
  <p:tag name="KSO_WM_TEMPLATE_SUBCATEGORY" val="19"/>
  <p:tag name="KSO_WM_TEMPLATE_MASTER_TYPE" val="0"/>
  <p:tag name="KSO_WM_TEMPLATE_COLOR_TYPE" val="1"/>
  <p:tag name="KSO_WM_SLIDE_ITEM_CNT" val="0"/>
  <p:tag name="KSO_WM_SLIDE_INDEX" val="13"/>
  <p:tag name="KSO_WM_TAG_VERSION" val="1.0"/>
  <p:tag name="KSO_WM_SLIDE_TYPE" val="text"/>
  <p:tag name="KSO_WM_SLIDE_SUBTYPE" val="pureTxt"/>
  <p:tag name="KSO_WM_SLIDE_SIZE" val="863*444"/>
  <p:tag name="KSO_WM_SLIDE_POSITION" val="47*47"/>
  <p:tag name="KSO_WM_SLIDE_LAYOUT" val="a_f"/>
  <p:tag name="KSO_WM_SLIDE_LAYOUT_CNT" val="1_1"/>
  <p:tag name="KSO_WM_UNIT_SHOW_EDIT_AREA_INDICATION" val="1"/>
</p:tagLst>
</file>

<file path=ppt/tags/tag79.xml><?xml version="1.0" encoding="utf-8"?>
<p:tagLst xmlns:p="http://schemas.openxmlformats.org/presentationml/2006/main">
  <p:tag name="KSO_WM_UNIT_ISCONTENTSTITLE" val="0"/>
  <p:tag name="KSO_WM_UNIT_PRESET_TEXT" val="单击此处添加标题"/>
  <p:tag name="KSO_WM_UNIT_NOCLEAR" val="0"/>
  <p:tag name="KSO_WM_UNIT_SHOW_EDIT_AREA_INDICATION" val="1"/>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custom20205176_13*a*1"/>
  <p:tag name="KSO_WM_TEMPLATE_CATEGORY" val="custom"/>
  <p:tag name="KSO_WM_TEMPLATE_INDEX" val="20205176"/>
  <p:tag name="KSO_WM_UNIT_LAYERLEVEL" val="1"/>
  <p:tag name="KSO_WM_TAG_VERSION" val="1.0"/>
  <p:tag name="KSO_WM_BEAUTIFY_FLAG" val="#wm#"/>
  <p:tag name="KSO_WM_UNIT_ISNUMDGMTITLE" val="0"/>
</p:tagLst>
</file>

<file path=ppt/tags/tag80.xml><?xml version="1.0" encoding="utf-8"?>
<p:tagLst xmlns:p="http://schemas.openxmlformats.org/presentationml/2006/main">
  <p:tag name="KSO_WM_UNIT_ISCONTENTSTITLE" val="0"/>
  <p:tag name="KSO_WM_UNIT_PRESET_TEXT" val="单击此处添加标题"/>
  <p:tag name="KSO_WM_UNIT_NOCLEAR" val="0"/>
  <p:tag name="KSO_WM_UNIT_SHOW_EDIT_AREA_INDICATION" val="1"/>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custom20205176_13*a*1"/>
  <p:tag name="KSO_WM_TEMPLATE_CATEGORY" val="custom"/>
  <p:tag name="KSO_WM_TEMPLATE_INDEX" val="20205176"/>
  <p:tag name="KSO_WM_UNIT_LAYERLEVEL" val="1"/>
  <p:tag name="KSO_WM_TAG_VERSION" val="1.0"/>
  <p:tag name="KSO_WM_BEAUTIFY_FLAG" val="#wm#"/>
  <p:tag name="KSO_WM_UNIT_ISNUMDGMTITLE" val="0"/>
</p:tagLst>
</file>

<file path=ppt/tags/tag81.xml><?xml version="1.0" encoding="utf-8"?>
<p:tagLst xmlns:p="http://schemas.openxmlformats.org/presentationml/2006/main">
  <p:tag name="KSO_WM_BEAUTIFY_FLAG" val="#wm#"/>
  <p:tag name="KSO_WM_TEMPLATE_CATEGORY" val="custom"/>
  <p:tag name="KSO_WM_TEMPLATE_INDEX" val="20205176"/>
  <p:tag name="KSO_WM_SLIDE_ID" val="custom20205176_13"/>
  <p:tag name="KSO_WM_TEMPLATE_SUBCATEGORY" val="19"/>
  <p:tag name="KSO_WM_TEMPLATE_MASTER_TYPE" val="0"/>
  <p:tag name="KSO_WM_TEMPLATE_COLOR_TYPE" val="1"/>
  <p:tag name="KSO_WM_SLIDE_ITEM_CNT" val="0"/>
  <p:tag name="KSO_WM_SLIDE_INDEX" val="13"/>
  <p:tag name="KSO_WM_TAG_VERSION" val="1.0"/>
  <p:tag name="KSO_WM_SLIDE_TYPE" val="text"/>
  <p:tag name="KSO_WM_SLIDE_SUBTYPE" val="pureTxt"/>
  <p:tag name="KSO_WM_SLIDE_SIZE" val="863*444"/>
  <p:tag name="KSO_WM_SLIDE_POSITION" val="47*47"/>
  <p:tag name="KSO_WM_SLIDE_LAYOUT" val="a_f"/>
  <p:tag name="KSO_WM_SLIDE_LAYOUT_CNT" val="1_1"/>
  <p:tag name="KSO_WM_UNIT_SHOW_EDIT_AREA_INDICATION" val="1"/>
</p:tagLst>
</file>

<file path=ppt/tags/tag82.xml><?xml version="1.0" encoding="utf-8"?>
<p:tagLst xmlns:p="http://schemas.openxmlformats.org/presentationml/2006/main">
  <p:tag name="KSO_WM_UNIT_ISCONTENTSTITLE" val="0"/>
  <p:tag name="KSO_WM_UNIT_PRESET_TEXT" val="单击此处添加标题"/>
  <p:tag name="KSO_WM_UNIT_NOCLEAR" val="0"/>
  <p:tag name="KSO_WM_UNIT_SHOW_EDIT_AREA_INDICATION" val="1"/>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custom20205176_13*a*1"/>
  <p:tag name="KSO_WM_TEMPLATE_CATEGORY" val="custom"/>
  <p:tag name="KSO_WM_TEMPLATE_INDEX" val="20205176"/>
  <p:tag name="KSO_WM_UNIT_LAYERLEVEL" val="1"/>
  <p:tag name="KSO_WM_TAG_VERSION" val="1.0"/>
  <p:tag name="KSO_WM_BEAUTIFY_FLAG" val="#wm#"/>
  <p:tag name="KSO_WM_UNIT_ISNUMDGMTITLE" val="0"/>
</p:tagLst>
</file>

<file path=ppt/tags/tag83.xml><?xml version="1.0" encoding="utf-8"?>
<p:tagLst xmlns:p="http://schemas.openxmlformats.org/presentationml/2006/main">
  <p:tag name="KSO_WM_UNIT_PRESET_TEXT" val="单击此处添加正文"/>
  <p:tag name="KSO_WM_UNIT_NOCLEAR" val="0"/>
  <p:tag name="KSO_WM_UNIT_SHOW_EDIT_AREA_INDICATION" val="1"/>
  <p:tag name="KSO_WM_UNIT_VALUE" val="689"/>
  <p:tag name="KSO_WM_UNIT_HIGHLIGHT" val="0"/>
  <p:tag name="KSO_WM_UNIT_COMPATIBLE" val="0"/>
  <p:tag name="KSO_WM_UNIT_DIAGRAM_ISNUMVISUAL" val="0"/>
  <p:tag name="KSO_WM_UNIT_DIAGRAM_ISREFERUNIT" val="0"/>
  <p:tag name="KSO_WM_UNIT_TYPE" val="f"/>
  <p:tag name="KSO_WM_UNIT_INDEX" val="1"/>
  <p:tag name="KSO_WM_UNIT_ID" val="custom20205176_13*f*1"/>
  <p:tag name="KSO_WM_TEMPLATE_CATEGORY" val="custom"/>
  <p:tag name="KSO_WM_TEMPLATE_INDEX" val="20205176"/>
  <p:tag name="KSO_WM_UNIT_LAYERLEVEL" val="1"/>
  <p:tag name="KSO_WM_TAG_VERSION" val="1.0"/>
  <p:tag name="KSO_WM_BEAUTIFY_FLAG" val="#wm#"/>
</p:tagLst>
</file>

<file path=ppt/tags/tag84.xml><?xml version="1.0" encoding="utf-8"?>
<p:tagLst xmlns:p="http://schemas.openxmlformats.org/presentationml/2006/main">
  <p:tag name="KSO_WM_BEAUTIFY_FLAG" val="#wm#"/>
  <p:tag name="KSO_WM_TEMPLATE_CATEGORY" val="custom"/>
  <p:tag name="KSO_WM_TEMPLATE_INDEX" val="20205176"/>
  <p:tag name="KSO_WM_SLIDE_ID" val="custom20205176_13"/>
  <p:tag name="KSO_WM_TEMPLATE_SUBCATEGORY" val="19"/>
  <p:tag name="KSO_WM_TEMPLATE_MASTER_TYPE" val="0"/>
  <p:tag name="KSO_WM_TEMPLATE_COLOR_TYPE" val="1"/>
  <p:tag name="KSO_WM_SLIDE_ITEM_CNT" val="0"/>
  <p:tag name="KSO_WM_SLIDE_INDEX" val="13"/>
  <p:tag name="KSO_WM_TAG_VERSION" val="1.0"/>
  <p:tag name="KSO_WM_SLIDE_TYPE" val="text"/>
  <p:tag name="KSO_WM_SLIDE_SUBTYPE" val="pureTxt"/>
  <p:tag name="KSO_WM_SLIDE_SIZE" val="863*444"/>
  <p:tag name="KSO_WM_SLIDE_POSITION" val="47*47"/>
  <p:tag name="KSO_WM_SLIDE_LAYOUT" val="a_f"/>
  <p:tag name="KSO_WM_SLIDE_LAYOUT_CNT" val="1_1"/>
  <p:tag name="KSO_WM_UNIT_SHOW_EDIT_AREA_INDICATION" val="1"/>
</p:tagLst>
</file>

<file path=ppt/tags/tag85.xml><?xml version="1.0" encoding="utf-8"?>
<p:tagLst xmlns:p="http://schemas.openxmlformats.org/presentationml/2006/main">
  <p:tag name="KSO_WM_UNIT_ISCONTENTSTITLE" val="0"/>
  <p:tag name="KSO_WM_UNIT_PRESET_TEXT" val="单击此处添加标题"/>
  <p:tag name="KSO_WM_UNIT_NOCLEAR" val="0"/>
  <p:tag name="KSO_WM_UNIT_SHOW_EDIT_AREA_INDICATION" val="1"/>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custom20205176_13*a*1"/>
  <p:tag name="KSO_WM_TEMPLATE_CATEGORY" val="custom"/>
  <p:tag name="KSO_WM_TEMPLATE_INDEX" val="20205176"/>
  <p:tag name="KSO_WM_UNIT_LAYERLEVEL" val="1"/>
  <p:tag name="KSO_WM_TAG_VERSION" val="1.0"/>
  <p:tag name="KSO_WM_BEAUTIFY_FLAG" val="#wm#"/>
  <p:tag name="KSO_WM_UNIT_ISNUMDGMTITLE" val="0"/>
</p:tagLst>
</file>

<file path=ppt/tags/tag86.xml><?xml version="1.0" encoding="utf-8"?>
<p:tagLst xmlns:p="http://schemas.openxmlformats.org/presentationml/2006/main">
  <p:tag name="KSO_WM_UNIT_PRESET_TEXT" val="单击此处添加正文"/>
  <p:tag name="KSO_WM_UNIT_NOCLEAR" val="0"/>
  <p:tag name="KSO_WM_UNIT_SHOW_EDIT_AREA_INDICATION" val="1"/>
  <p:tag name="KSO_WM_UNIT_VALUE" val="689"/>
  <p:tag name="KSO_WM_UNIT_HIGHLIGHT" val="0"/>
  <p:tag name="KSO_WM_UNIT_COMPATIBLE" val="0"/>
  <p:tag name="KSO_WM_UNIT_DIAGRAM_ISNUMVISUAL" val="0"/>
  <p:tag name="KSO_WM_UNIT_DIAGRAM_ISREFERUNIT" val="0"/>
  <p:tag name="KSO_WM_UNIT_TYPE" val="f"/>
  <p:tag name="KSO_WM_UNIT_INDEX" val="1"/>
  <p:tag name="KSO_WM_UNIT_ID" val="custom20205176_13*f*1"/>
  <p:tag name="KSO_WM_TEMPLATE_CATEGORY" val="custom"/>
  <p:tag name="KSO_WM_TEMPLATE_INDEX" val="20205176"/>
  <p:tag name="KSO_WM_UNIT_LAYERLEVEL" val="1"/>
  <p:tag name="KSO_WM_TAG_VERSION" val="1.0"/>
  <p:tag name="KSO_WM_BEAUTIFY_FLAG" val="#wm#"/>
</p:tagLst>
</file>

<file path=ppt/tags/tag87.xml><?xml version="1.0" encoding="utf-8"?>
<p:tagLst xmlns:p="http://schemas.openxmlformats.org/presentationml/2006/main">
  <p:tag name="KSO_WM_BEAUTIFY_FLAG" val="#wm#"/>
  <p:tag name="KSO_WM_TEMPLATE_CATEGORY" val="custom"/>
  <p:tag name="KSO_WM_TEMPLATE_INDEX" val="20205176"/>
  <p:tag name="KSO_WM_SLIDE_ID" val="custom20205176_13"/>
  <p:tag name="KSO_WM_TEMPLATE_SUBCATEGORY" val="19"/>
  <p:tag name="KSO_WM_TEMPLATE_MASTER_TYPE" val="0"/>
  <p:tag name="KSO_WM_TEMPLATE_COLOR_TYPE" val="1"/>
  <p:tag name="KSO_WM_SLIDE_ITEM_CNT" val="0"/>
  <p:tag name="KSO_WM_SLIDE_INDEX" val="13"/>
  <p:tag name="KSO_WM_TAG_VERSION" val="1.0"/>
  <p:tag name="KSO_WM_SLIDE_TYPE" val="text"/>
  <p:tag name="KSO_WM_SLIDE_SUBTYPE" val="pureTxt"/>
  <p:tag name="KSO_WM_SLIDE_SIZE" val="863*444"/>
  <p:tag name="KSO_WM_SLIDE_POSITION" val="47*47"/>
  <p:tag name="KSO_WM_SLIDE_LAYOUT" val="a_f"/>
  <p:tag name="KSO_WM_SLIDE_LAYOUT_CNT" val="1_1"/>
  <p:tag name="KSO_WM_UNIT_SHOW_EDIT_AREA_INDICATION" val="1"/>
</p:tagLst>
</file>

<file path=ppt/tags/tag88.xml><?xml version="1.0" encoding="utf-8"?>
<p:tagLst xmlns:p="http://schemas.openxmlformats.org/presentationml/2006/main">
  <p:tag name="KSO_WM_UNIT_ISCONTENTSTITLE" val="0"/>
  <p:tag name="KSO_WM_UNIT_PRESET_TEXT" val="单击此处添加标题"/>
  <p:tag name="KSO_WM_UNIT_NOCLEAR" val="0"/>
  <p:tag name="KSO_WM_UNIT_SHOW_EDIT_AREA_INDICATION" val="1"/>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custom20205176_13*a*1"/>
  <p:tag name="KSO_WM_TEMPLATE_CATEGORY" val="custom"/>
  <p:tag name="KSO_WM_TEMPLATE_INDEX" val="20205176"/>
  <p:tag name="KSO_WM_UNIT_LAYERLEVEL" val="1"/>
  <p:tag name="KSO_WM_TAG_VERSION" val="1.0"/>
  <p:tag name="KSO_WM_BEAUTIFY_FLAG" val="#wm#"/>
  <p:tag name="KSO_WM_UNIT_ISNUMDGMTITLE" val="0"/>
</p:tagLst>
</file>

<file path=ppt/tags/tag89.xml><?xml version="1.0" encoding="utf-8"?>
<p:tagLst xmlns:p="http://schemas.openxmlformats.org/presentationml/2006/main">
  <p:tag name="KSO_WM_UNIT_PRESET_TEXT" val="单击此处添加正文"/>
  <p:tag name="KSO_WM_UNIT_NOCLEAR" val="0"/>
  <p:tag name="KSO_WM_UNIT_SHOW_EDIT_AREA_INDICATION" val="1"/>
  <p:tag name="KSO_WM_UNIT_VALUE" val="689"/>
  <p:tag name="KSO_WM_UNIT_HIGHLIGHT" val="0"/>
  <p:tag name="KSO_WM_UNIT_COMPATIBLE" val="0"/>
  <p:tag name="KSO_WM_UNIT_DIAGRAM_ISNUMVISUAL" val="0"/>
  <p:tag name="KSO_WM_UNIT_DIAGRAM_ISREFERUNIT" val="0"/>
  <p:tag name="KSO_WM_UNIT_TYPE" val="f"/>
  <p:tag name="KSO_WM_UNIT_INDEX" val="1"/>
  <p:tag name="KSO_WM_UNIT_ID" val="custom20205176_13*f*1"/>
  <p:tag name="KSO_WM_TEMPLATE_CATEGORY" val="custom"/>
  <p:tag name="KSO_WM_TEMPLATE_INDEX" val="20205176"/>
  <p:tag name="KSO_WM_UNIT_LAYERLEVEL" val="1"/>
  <p:tag name="KSO_WM_TAG_VERSION" val="1.0"/>
  <p:tag name="KSO_WM_BEAUTIFY_FLAG" val="#wm#"/>
</p:tagLst>
</file>

<file path=ppt/tags/tag90.xml><?xml version="1.0" encoding="utf-8"?>
<p:tagLst xmlns:p="http://schemas.openxmlformats.org/presentationml/2006/main">
  <p:tag name="KSO_WM_BEAUTIFY_FLAG" val="#wm#"/>
  <p:tag name="KSO_WM_TEMPLATE_CATEGORY" val="custom"/>
  <p:tag name="KSO_WM_TEMPLATE_INDEX" val="20205176"/>
  <p:tag name="KSO_WM_SLIDE_ID" val="custom20205176_13"/>
  <p:tag name="KSO_WM_TEMPLATE_SUBCATEGORY" val="19"/>
  <p:tag name="KSO_WM_TEMPLATE_MASTER_TYPE" val="0"/>
  <p:tag name="KSO_WM_TEMPLATE_COLOR_TYPE" val="1"/>
  <p:tag name="KSO_WM_SLIDE_ITEM_CNT" val="0"/>
  <p:tag name="KSO_WM_SLIDE_INDEX" val="13"/>
  <p:tag name="KSO_WM_TAG_VERSION" val="1.0"/>
  <p:tag name="KSO_WM_SLIDE_TYPE" val="text"/>
  <p:tag name="KSO_WM_SLIDE_SUBTYPE" val="pureTxt"/>
  <p:tag name="KSO_WM_SLIDE_SIZE" val="863*444"/>
  <p:tag name="KSO_WM_SLIDE_POSITION" val="47*47"/>
  <p:tag name="KSO_WM_SLIDE_LAYOUT" val="a_f"/>
  <p:tag name="KSO_WM_SLIDE_LAYOUT_CNT" val="1_1"/>
  <p:tag name="KSO_WM_UNIT_SHOW_EDIT_AREA_INDICATION" val="1"/>
</p:tagLst>
</file>

<file path=ppt/tags/tag91.xml><?xml version="1.0" encoding="utf-8"?>
<p:tagLst xmlns:p="http://schemas.openxmlformats.org/presentationml/2006/main">
  <p:tag name="KSO_WM_UNIT_ISCONTENTSTITLE" val="0"/>
  <p:tag name="KSO_WM_UNIT_PRESET_TEXT" val="单击此处添加标题"/>
  <p:tag name="KSO_WM_UNIT_NOCLEAR" val="0"/>
  <p:tag name="KSO_WM_UNIT_SHOW_EDIT_AREA_INDICATION" val="1"/>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custom20205176_13*a*1"/>
  <p:tag name="KSO_WM_TEMPLATE_CATEGORY" val="custom"/>
  <p:tag name="KSO_WM_TEMPLATE_INDEX" val="20205176"/>
  <p:tag name="KSO_WM_UNIT_LAYERLEVEL" val="1"/>
  <p:tag name="KSO_WM_TAG_VERSION" val="1.0"/>
  <p:tag name="KSO_WM_BEAUTIFY_FLAG" val="#wm#"/>
  <p:tag name="KSO_WM_UNIT_ISNUMDGMTITLE" val="0"/>
</p:tagLst>
</file>

<file path=ppt/tags/tag92.xml><?xml version="1.0" encoding="utf-8"?>
<p:tagLst xmlns:p="http://schemas.openxmlformats.org/presentationml/2006/main">
  <p:tag name="KSO_WM_UNIT_PRESET_TEXT" val="单击此处添加正文"/>
  <p:tag name="KSO_WM_UNIT_NOCLEAR" val="0"/>
  <p:tag name="KSO_WM_UNIT_SHOW_EDIT_AREA_INDICATION" val="1"/>
  <p:tag name="KSO_WM_UNIT_VALUE" val="689"/>
  <p:tag name="KSO_WM_UNIT_HIGHLIGHT" val="0"/>
  <p:tag name="KSO_WM_UNIT_COMPATIBLE" val="0"/>
  <p:tag name="KSO_WM_UNIT_DIAGRAM_ISNUMVISUAL" val="0"/>
  <p:tag name="KSO_WM_UNIT_DIAGRAM_ISREFERUNIT" val="0"/>
  <p:tag name="KSO_WM_UNIT_TYPE" val="f"/>
  <p:tag name="KSO_WM_UNIT_INDEX" val="1"/>
  <p:tag name="KSO_WM_UNIT_ID" val="custom20205176_13*f*1"/>
  <p:tag name="KSO_WM_TEMPLATE_CATEGORY" val="custom"/>
  <p:tag name="KSO_WM_TEMPLATE_INDEX" val="20205176"/>
  <p:tag name="KSO_WM_UNIT_LAYERLEVEL" val="1"/>
  <p:tag name="KSO_WM_TAG_VERSION" val="1.0"/>
  <p:tag name="KSO_WM_BEAUTIFY_FLAG" val="#wm#"/>
</p:tagLst>
</file>

<file path=ppt/tags/tag93.xml><?xml version="1.0" encoding="utf-8"?>
<p:tagLst xmlns:p="http://schemas.openxmlformats.org/presentationml/2006/main">
  <p:tag name="KSO_WM_BEAUTIFY_FLAG" val="#wm#"/>
  <p:tag name="KSO_WM_TEMPLATE_CATEGORY" val="custom"/>
  <p:tag name="KSO_WM_TEMPLATE_INDEX" val="20205176"/>
  <p:tag name="KSO_WM_SLIDE_ID" val="custom20205176_13"/>
  <p:tag name="KSO_WM_TEMPLATE_SUBCATEGORY" val="19"/>
  <p:tag name="KSO_WM_TEMPLATE_MASTER_TYPE" val="0"/>
  <p:tag name="KSO_WM_TEMPLATE_COLOR_TYPE" val="1"/>
  <p:tag name="KSO_WM_SLIDE_ITEM_CNT" val="0"/>
  <p:tag name="KSO_WM_SLIDE_INDEX" val="13"/>
  <p:tag name="KSO_WM_TAG_VERSION" val="1.0"/>
  <p:tag name="KSO_WM_SLIDE_TYPE" val="text"/>
  <p:tag name="KSO_WM_SLIDE_SUBTYPE" val="pureTxt"/>
  <p:tag name="KSO_WM_SLIDE_SIZE" val="863*444"/>
  <p:tag name="KSO_WM_SLIDE_POSITION" val="47*47"/>
  <p:tag name="KSO_WM_SLIDE_LAYOUT" val="a_f"/>
  <p:tag name="KSO_WM_SLIDE_LAYOUT_CNT" val="1_1"/>
  <p:tag name="KSO_WM_UNIT_SHOW_EDIT_AREA_INDICATION" val="1"/>
</p:tagLst>
</file>

<file path=ppt/tags/tag94.xml><?xml version="1.0" encoding="utf-8"?>
<p:tagLst xmlns:p="http://schemas.openxmlformats.org/presentationml/2006/main">
  <p:tag name="KSO_WM_UNIT_ISCONTENTSTITLE" val="0"/>
  <p:tag name="KSO_WM_UNIT_PRESET_TEXT" val="单击此处添加标题"/>
  <p:tag name="KSO_WM_UNIT_NOCLEAR" val="0"/>
  <p:tag name="KSO_WM_UNIT_SHOW_EDIT_AREA_INDICATION" val="1"/>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custom20205176_13*a*1"/>
  <p:tag name="KSO_WM_TEMPLATE_CATEGORY" val="custom"/>
  <p:tag name="KSO_WM_TEMPLATE_INDEX" val="20205176"/>
  <p:tag name="KSO_WM_UNIT_LAYERLEVEL" val="1"/>
  <p:tag name="KSO_WM_TAG_VERSION" val="1.0"/>
  <p:tag name="KSO_WM_BEAUTIFY_FLAG" val="#wm#"/>
  <p:tag name="KSO_WM_UNIT_ISNUMDGMTITLE" val="0"/>
</p:tagLst>
</file>

<file path=ppt/tags/tag95.xml><?xml version="1.0" encoding="utf-8"?>
<p:tagLst xmlns:p="http://schemas.openxmlformats.org/presentationml/2006/main">
  <p:tag name="KSO_WM_UNIT_PRESET_TEXT" val="单击此处添加正文"/>
  <p:tag name="KSO_WM_UNIT_NOCLEAR" val="0"/>
  <p:tag name="KSO_WM_UNIT_SHOW_EDIT_AREA_INDICATION" val="1"/>
  <p:tag name="KSO_WM_UNIT_VALUE" val="689"/>
  <p:tag name="KSO_WM_UNIT_HIGHLIGHT" val="0"/>
  <p:tag name="KSO_WM_UNIT_COMPATIBLE" val="0"/>
  <p:tag name="KSO_WM_UNIT_DIAGRAM_ISNUMVISUAL" val="0"/>
  <p:tag name="KSO_WM_UNIT_DIAGRAM_ISREFERUNIT" val="0"/>
  <p:tag name="KSO_WM_UNIT_TYPE" val="f"/>
  <p:tag name="KSO_WM_UNIT_INDEX" val="1"/>
  <p:tag name="KSO_WM_UNIT_ID" val="custom20205176_13*f*1"/>
  <p:tag name="KSO_WM_TEMPLATE_CATEGORY" val="custom"/>
  <p:tag name="KSO_WM_TEMPLATE_INDEX" val="20205176"/>
  <p:tag name="KSO_WM_UNIT_LAYERLEVEL" val="1"/>
  <p:tag name="KSO_WM_TAG_VERSION" val="1.0"/>
  <p:tag name="KSO_WM_BEAUTIFY_FLAG" val="#wm#"/>
</p:tagLst>
</file>

<file path=ppt/tags/tag96.xml><?xml version="1.0" encoding="utf-8"?>
<p:tagLst xmlns:p="http://schemas.openxmlformats.org/presentationml/2006/main">
  <p:tag name="KSO_WM_BEAUTIFY_FLAG" val="#wm#"/>
  <p:tag name="KSO_WM_TEMPLATE_CATEGORY" val="custom"/>
  <p:tag name="KSO_WM_TEMPLATE_INDEX" val="20205176"/>
  <p:tag name="KSO_WM_SLIDE_ID" val="custom20205176_13"/>
  <p:tag name="KSO_WM_TEMPLATE_SUBCATEGORY" val="19"/>
  <p:tag name="KSO_WM_TEMPLATE_MASTER_TYPE" val="0"/>
  <p:tag name="KSO_WM_TEMPLATE_COLOR_TYPE" val="1"/>
  <p:tag name="KSO_WM_SLIDE_ITEM_CNT" val="0"/>
  <p:tag name="KSO_WM_SLIDE_INDEX" val="13"/>
  <p:tag name="KSO_WM_TAG_VERSION" val="1.0"/>
  <p:tag name="KSO_WM_SLIDE_TYPE" val="text"/>
  <p:tag name="KSO_WM_SLIDE_SUBTYPE" val="pureTxt"/>
  <p:tag name="KSO_WM_SLIDE_SIZE" val="863*444"/>
  <p:tag name="KSO_WM_SLIDE_POSITION" val="47*47"/>
  <p:tag name="KSO_WM_SLIDE_LAYOUT" val="a_f"/>
  <p:tag name="KSO_WM_SLIDE_LAYOUT_CNT" val="1_1"/>
  <p:tag name="KSO_WM_UNIT_SHOW_EDIT_AREA_INDICATION" val="1"/>
</p:tagLst>
</file>

<file path=ppt/tags/tag97.xml><?xml version="1.0" encoding="utf-8"?>
<p:tagLst xmlns:p="http://schemas.openxmlformats.org/presentationml/2006/main">
  <p:tag name="KSO_WM_UNIT_ISCONTENTSTITLE" val="0"/>
  <p:tag name="KSO_WM_UNIT_PRESET_TEXT" val="单击此处添加标题"/>
  <p:tag name="KSO_WM_UNIT_NOCLEAR" val="0"/>
  <p:tag name="KSO_WM_UNIT_SHOW_EDIT_AREA_INDICATION" val="1"/>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custom20205176_13*a*1"/>
  <p:tag name="KSO_WM_TEMPLATE_CATEGORY" val="custom"/>
  <p:tag name="KSO_WM_TEMPLATE_INDEX" val="20205176"/>
  <p:tag name="KSO_WM_UNIT_LAYERLEVEL" val="1"/>
  <p:tag name="KSO_WM_TAG_VERSION" val="1.0"/>
  <p:tag name="KSO_WM_BEAUTIFY_FLAG" val="#wm#"/>
  <p:tag name="KSO_WM_UNIT_ISNUMDGMTITLE" val="0"/>
</p:tagLst>
</file>

<file path=ppt/tags/tag98.xml><?xml version="1.0" encoding="utf-8"?>
<p:tagLst xmlns:p="http://schemas.openxmlformats.org/presentationml/2006/main">
  <p:tag name="KSO_WM_UNIT_PRESET_TEXT" val="单击此处添加正文"/>
  <p:tag name="KSO_WM_UNIT_NOCLEAR" val="0"/>
  <p:tag name="KSO_WM_UNIT_SHOW_EDIT_AREA_INDICATION" val="1"/>
  <p:tag name="KSO_WM_UNIT_VALUE" val="689"/>
  <p:tag name="KSO_WM_UNIT_HIGHLIGHT" val="0"/>
  <p:tag name="KSO_WM_UNIT_COMPATIBLE" val="0"/>
  <p:tag name="KSO_WM_UNIT_DIAGRAM_ISNUMVISUAL" val="0"/>
  <p:tag name="KSO_WM_UNIT_DIAGRAM_ISREFERUNIT" val="0"/>
  <p:tag name="KSO_WM_UNIT_TYPE" val="f"/>
  <p:tag name="KSO_WM_UNIT_INDEX" val="1"/>
  <p:tag name="KSO_WM_UNIT_ID" val="custom20205176_13*f*1"/>
  <p:tag name="KSO_WM_TEMPLATE_CATEGORY" val="custom"/>
  <p:tag name="KSO_WM_TEMPLATE_INDEX" val="20205176"/>
  <p:tag name="KSO_WM_UNIT_LAYERLEVEL" val="1"/>
  <p:tag name="KSO_WM_TAG_VERSION" val="1.0"/>
  <p:tag name="KSO_WM_BEAUTIFY_FLAG" val="#wm#"/>
</p:tagLst>
</file>

<file path=ppt/tags/tag99.xml><?xml version="1.0" encoding="utf-8"?>
<p:tagLst xmlns:p="http://schemas.openxmlformats.org/presentationml/2006/main">
  <p:tag name="KSO_WM_BEAUTIFY_FLAG" val="#wm#"/>
  <p:tag name="KSO_WM_TEMPLATE_CATEGORY" val="custom"/>
  <p:tag name="KSO_WM_TEMPLATE_INDEX" val="20205176"/>
  <p:tag name="KSO_WM_SLIDE_ID" val="custom20205176_13"/>
  <p:tag name="KSO_WM_TEMPLATE_SUBCATEGORY" val="19"/>
  <p:tag name="KSO_WM_TEMPLATE_MASTER_TYPE" val="0"/>
  <p:tag name="KSO_WM_TEMPLATE_COLOR_TYPE" val="1"/>
  <p:tag name="KSO_WM_SLIDE_ITEM_CNT" val="0"/>
  <p:tag name="KSO_WM_SLIDE_INDEX" val="13"/>
  <p:tag name="KSO_WM_TAG_VERSION" val="1.0"/>
  <p:tag name="KSO_WM_SLIDE_TYPE" val="text"/>
  <p:tag name="KSO_WM_SLIDE_SUBTYPE" val="pureTxt"/>
  <p:tag name="KSO_WM_SLIDE_SIZE" val="863*444"/>
  <p:tag name="KSO_WM_SLIDE_POSITION" val="47*47"/>
  <p:tag name="KSO_WM_SLIDE_LAYOUT" val="a_f"/>
  <p:tag name="KSO_WM_SLIDE_LAYOUT_CNT" val="1_1"/>
  <p:tag name="KSO_WM_UNIT_SHOW_EDIT_AREA_INDICATION" val="1"/>
</p:tagLst>
</file>

<file path=ppt/tags/tag100.xml><?xml version="1.0" encoding="utf-8"?>
<p:tagLst xmlns:p="http://schemas.openxmlformats.org/presentationml/2006/main">
  <p:tag name="KSO_WM_UNIT_ISCONTENTSTITLE" val="0"/>
  <p:tag name="KSO_WM_UNIT_PRESET_TEXT" val="单击此处添加标题"/>
  <p:tag name="KSO_WM_UNIT_NOCLEAR" val="0"/>
  <p:tag name="KSO_WM_UNIT_SHOW_EDIT_AREA_INDICATION" val="1"/>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custom20205176_13*a*1"/>
  <p:tag name="KSO_WM_TEMPLATE_CATEGORY" val="custom"/>
  <p:tag name="KSO_WM_TEMPLATE_INDEX" val="20205176"/>
  <p:tag name="KSO_WM_UNIT_LAYERLEVEL" val="1"/>
  <p:tag name="KSO_WM_TAG_VERSION" val="1.0"/>
  <p:tag name="KSO_WM_BEAUTIFY_FLAG" val="#wm#"/>
  <p:tag name="KSO_WM_UNIT_ISNUMDGMTITLE" val="0"/>
</p:tagLst>
</file>

<file path=ppt/tags/tag101.xml><?xml version="1.0" encoding="utf-8"?>
<p:tagLst xmlns:p="http://schemas.openxmlformats.org/presentationml/2006/main">
  <p:tag name="KSO_WM_UNIT_PRESET_TEXT" val="单击此处添加正文"/>
  <p:tag name="KSO_WM_UNIT_NOCLEAR" val="0"/>
  <p:tag name="KSO_WM_UNIT_SHOW_EDIT_AREA_INDICATION" val="1"/>
  <p:tag name="KSO_WM_UNIT_VALUE" val="689"/>
  <p:tag name="KSO_WM_UNIT_HIGHLIGHT" val="0"/>
  <p:tag name="KSO_WM_UNIT_COMPATIBLE" val="0"/>
  <p:tag name="KSO_WM_UNIT_DIAGRAM_ISNUMVISUAL" val="0"/>
  <p:tag name="KSO_WM_UNIT_DIAGRAM_ISREFERUNIT" val="0"/>
  <p:tag name="KSO_WM_UNIT_TYPE" val="f"/>
  <p:tag name="KSO_WM_UNIT_INDEX" val="1"/>
  <p:tag name="KSO_WM_UNIT_ID" val="custom20205176_13*f*1"/>
  <p:tag name="KSO_WM_TEMPLATE_CATEGORY" val="custom"/>
  <p:tag name="KSO_WM_TEMPLATE_INDEX" val="20205176"/>
  <p:tag name="KSO_WM_UNIT_LAYERLEVEL" val="1"/>
  <p:tag name="KSO_WM_TAG_VERSION" val="1.0"/>
  <p:tag name="KSO_WM_BEAUTIFY_FLAG" val="#wm#"/>
</p:tagLst>
</file>

<file path=ppt/tags/tag102.xml><?xml version="1.0" encoding="utf-8"?>
<p:tagLst xmlns:p="http://schemas.openxmlformats.org/presentationml/2006/main">
  <p:tag name="KSO_WM_BEAUTIFY_FLAG" val="#wm#"/>
  <p:tag name="KSO_WM_TEMPLATE_CATEGORY" val="custom"/>
  <p:tag name="KSO_WM_TEMPLATE_INDEX" val="20205176"/>
  <p:tag name="KSO_WM_SLIDE_ID" val="custom20205176_13"/>
  <p:tag name="KSO_WM_TEMPLATE_SUBCATEGORY" val="19"/>
  <p:tag name="KSO_WM_TEMPLATE_MASTER_TYPE" val="0"/>
  <p:tag name="KSO_WM_TEMPLATE_COLOR_TYPE" val="1"/>
  <p:tag name="KSO_WM_SLIDE_ITEM_CNT" val="0"/>
  <p:tag name="KSO_WM_SLIDE_INDEX" val="13"/>
  <p:tag name="KSO_WM_TAG_VERSION" val="1.0"/>
  <p:tag name="KSO_WM_SLIDE_TYPE" val="text"/>
  <p:tag name="KSO_WM_SLIDE_SUBTYPE" val="pureTxt"/>
  <p:tag name="KSO_WM_SLIDE_SIZE" val="863*444"/>
  <p:tag name="KSO_WM_SLIDE_POSITION" val="47*47"/>
  <p:tag name="KSO_WM_SLIDE_LAYOUT" val="a_f"/>
  <p:tag name="KSO_WM_SLIDE_LAYOUT_CNT" val="1_1"/>
  <p:tag name="KSO_WM_UNIT_SHOW_EDIT_AREA_INDICATION" val="1"/>
</p:tagLst>
</file>

<file path=ppt/tags/tag103.xml><?xml version="1.0" encoding="utf-8"?>
<p:tagLst xmlns:p="http://schemas.openxmlformats.org/presentationml/2006/main">
  <p:tag name="KSO_WM_UNIT_ISCONTENTSTITLE" val="0"/>
  <p:tag name="KSO_WM_UNIT_PRESET_TEXT" val="单击此处添加标题"/>
  <p:tag name="KSO_WM_UNIT_NOCLEAR" val="0"/>
  <p:tag name="KSO_WM_UNIT_SHOW_EDIT_AREA_INDICATION" val="1"/>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custom20205176_13*a*1"/>
  <p:tag name="KSO_WM_TEMPLATE_CATEGORY" val="custom"/>
  <p:tag name="KSO_WM_TEMPLATE_INDEX" val="20205176"/>
  <p:tag name="KSO_WM_UNIT_LAYERLEVEL" val="1"/>
  <p:tag name="KSO_WM_TAG_VERSION" val="1.0"/>
  <p:tag name="KSO_WM_BEAUTIFY_FLAG" val="#wm#"/>
  <p:tag name="KSO_WM_UNIT_ISNUMDGMTITLE" val="0"/>
</p:tagLst>
</file>

<file path=ppt/tags/tag104.xml><?xml version="1.0" encoding="utf-8"?>
<p:tagLst xmlns:p="http://schemas.openxmlformats.org/presentationml/2006/main">
  <p:tag name="KSO_WM_UNIT_PRESET_TEXT" val="单击此处添加正文"/>
  <p:tag name="KSO_WM_UNIT_NOCLEAR" val="0"/>
  <p:tag name="KSO_WM_UNIT_SHOW_EDIT_AREA_INDICATION" val="1"/>
  <p:tag name="KSO_WM_UNIT_VALUE" val="689"/>
  <p:tag name="KSO_WM_UNIT_HIGHLIGHT" val="0"/>
  <p:tag name="KSO_WM_UNIT_COMPATIBLE" val="0"/>
  <p:tag name="KSO_WM_UNIT_DIAGRAM_ISNUMVISUAL" val="0"/>
  <p:tag name="KSO_WM_UNIT_DIAGRAM_ISREFERUNIT" val="0"/>
  <p:tag name="KSO_WM_UNIT_TYPE" val="f"/>
  <p:tag name="KSO_WM_UNIT_INDEX" val="1"/>
  <p:tag name="KSO_WM_UNIT_ID" val="custom20205176_13*f*1"/>
  <p:tag name="KSO_WM_TEMPLATE_CATEGORY" val="custom"/>
  <p:tag name="KSO_WM_TEMPLATE_INDEX" val="20205176"/>
  <p:tag name="KSO_WM_UNIT_LAYERLEVEL" val="1"/>
  <p:tag name="KSO_WM_TAG_VERSION" val="1.0"/>
  <p:tag name="KSO_WM_BEAUTIFY_FLAG" val="#wm#"/>
</p:tagLst>
</file>

<file path=ppt/tags/tag105.xml><?xml version="1.0" encoding="utf-8"?>
<p:tagLst xmlns:p="http://schemas.openxmlformats.org/presentationml/2006/main">
  <p:tag name="KSO_WM_BEAUTIFY_FLAG" val="#wm#"/>
  <p:tag name="KSO_WM_TEMPLATE_CATEGORY" val="custom"/>
  <p:tag name="KSO_WM_TEMPLATE_INDEX" val="20205176"/>
  <p:tag name="KSO_WM_SLIDE_ID" val="custom20205176_13"/>
  <p:tag name="KSO_WM_TEMPLATE_SUBCATEGORY" val="19"/>
  <p:tag name="KSO_WM_TEMPLATE_MASTER_TYPE" val="0"/>
  <p:tag name="KSO_WM_TEMPLATE_COLOR_TYPE" val="1"/>
  <p:tag name="KSO_WM_SLIDE_ITEM_CNT" val="0"/>
  <p:tag name="KSO_WM_SLIDE_INDEX" val="13"/>
  <p:tag name="KSO_WM_TAG_VERSION" val="1.0"/>
  <p:tag name="KSO_WM_SLIDE_TYPE" val="text"/>
  <p:tag name="KSO_WM_SLIDE_SUBTYPE" val="pureTxt"/>
  <p:tag name="KSO_WM_SLIDE_SIZE" val="863*444"/>
  <p:tag name="KSO_WM_SLIDE_POSITION" val="47*47"/>
  <p:tag name="KSO_WM_SLIDE_LAYOUT" val="a_f"/>
  <p:tag name="KSO_WM_SLIDE_LAYOUT_CNT" val="1_1"/>
  <p:tag name="KSO_WM_UNIT_SHOW_EDIT_AREA_INDICATION" val="1"/>
</p:tagLst>
</file>

<file path=ppt/tags/tag106.xml><?xml version="1.0" encoding="utf-8"?>
<p:tagLst xmlns:p="http://schemas.openxmlformats.org/presentationml/2006/main">
  <p:tag name="KSO_WM_UNIT_ISCONTENTSTITLE" val="0"/>
  <p:tag name="KSO_WM_UNIT_PRESET_TEXT" val="单击此处添加标题"/>
  <p:tag name="KSO_WM_UNIT_NOCLEAR" val="0"/>
  <p:tag name="KSO_WM_UNIT_SHOW_EDIT_AREA_INDICATION" val="1"/>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custom20205176_13*a*1"/>
  <p:tag name="KSO_WM_TEMPLATE_CATEGORY" val="custom"/>
  <p:tag name="KSO_WM_TEMPLATE_INDEX" val="20205176"/>
  <p:tag name="KSO_WM_UNIT_LAYERLEVEL" val="1"/>
  <p:tag name="KSO_WM_TAG_VERSION" val="1.0"/>
  <p:tag name="KSO_WM_BEAUTIFY_FLAG" val="#wm#"/>
  <p:tag name="KSO_WM_UNIT_ISNUMDGMTITLE" val="0"/>
</p:tagLst>
</file>

<file path=ppt/tags/tag107.xml><?xml version="1.0" encoding="utf-8"?>
<p:tagLst xmlns:p="http://schemas.openxmlformats.org/presentationml/2006/main">
  <p:tag name="KSO_WM_UNIT_PRESET_TEXT" val="单击此处添加正文"/>
  <p:tag name="KSO_WM_UNIT_NOCLEAR" val="0"/>
  <p:tag name="KSO_WM_UNIT_SHOW_EDIT_AREA_INDICATION" val="1"/>
  <p:tag name="KSO_WM_UNIT_VALUE" val="689"/>
  <p:tag name="KSO_WM_UNIT_HIGHLIGHT" val="0"/>
  <p:tag name="KSO_WM_UNIT_COMPATIBLE" val="0"/>
  <p:tag name="KSO_WM_UNIT_DIAGRAM_ISNUMVISUAL" val="0"/>
  <p:tag name="KSO_WM_UNIT_DIAGRAM_ISREFERUNIT" val="0"/>
  <p:tag name="KSO_WM_UNIT_TYPE" val="f"/>
  <p:tag name="KSO_WM_UNIT_INDEX" val="1"/>
  <p:tag name="KSO_WM_UNIT_ID" val="custom20205176_13*f*1"/>
  <p:tag name="KSO_WM_TEMPLATE_CATEGORY" val="custom"/>
  <p:tag name="KSO_WM_TEMPLATE_INDEX" val="20205176"/>
  <p:tag name="KSO_WM_UNIT_LAYERLEVEL" val="1"/>
  <p:tag name="KSO_WM_TAG_VERSION" val="1.0"/>
  <p:tag name="KSO_WM_BEAUTIFY_FLAG" val="#wm#"/>
</p:tagLst>
</file>

<file path=ppt/tags/tag108.xml><?xml version="1.0" encoding="utf-8"?>
<p:tagLst xmlns:p="http://schemas.openxmlformats.org/presentationml/2006/main">
  <p:tag name="KSO_WM_BEAUTIFY_FLAG" val="#wm#"/>
  <p:tag name="KSO_WM_TEMPLATE_CATEGORY" val="custom"/>
  <p:tag name="KSO_WM_TEMPLATE_INDEX" val="20205176"/>
  <p:tag name="KSO_WM_SLIDE_ID" val="custom20205176_13"/>
  <p:tag name="KSO_WM_TEMPLATE_SUBCATEGORY" val="19"/>
  <p:tag name="KSO_WM_TEMPLATE_MASTER_TYPE" val="0"/>
  <p:tag name="KSO_WM_TEMPLATE_COLOR_TYPE" val="1"/>
  <p:tag name="KSO_WM_SLIDE_ITEM_CNT" val="0"/>
  <p:tag name="KSO_WM_SLIDE_INDEX" val="13"/>
  <p:tag name="KSO_WM_TAG_VERSION" val="1.0"/>
  <p:tag name="KSO_WM_SLIDE_TYPE" val="text"/>
  <p:tag name="KSO_WM_SLIDE_SUBTYPE" val="pureTxt"/>
  <p:tag name="KSO_WM_SLIDE_SIZE" val="863*444"/>
  <p:tag name="KSO_WM_SLIDE_POSITION" val="47*47"/>
  <p:tag name="KSO_WM_SLIDE_LAYOUT" val="a_f"/>
  <p:tag name="KSO_WM_SLIDE_LAYOUT_CNT" val="1_1"/>
  <p:tag name="KSO_WM_UNIT_SHOW_EDIT_AREA_INDICATION" val="1"/>
</p:tagLst>
</file>

<file path=ppt/tags/tag109.xml><?xml version="1.0" encoding="utf-8"?>
<p:tagLst xmlns:p="http://schemas.openxmlformats.org/presentationml/2006/main">
  <p:tag name="KSO_WM_UNIT_ISCONTENTSTITLE" val="0"/>
  <p:tag name="KSO_WM_UNIT_PRESET_TEXT" val="单击此处添加标题"/>
  <p:tag name="KSO_WM_UNIT_NOCLEAR" val="0"/>
  <p:tag name="KSO_WM_UNIT_SHOW_EDIT_AREA_INDICATION" val="1"/>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custom20205176_13*a*1"/>
  <p:tag name="KSO_WM_TEMPLATE_CATEGORY" val="custom"/>
  <p:tag name="KSO_WM_TEMPLATE_INDEX" val="20205176"/>
  <p:tag name="KSO_WM_UNIT_LAYERLEVEL" val="1"/>
  <p:tag name="KSO_WM_TAG_VERSION" val="1.0"/>
  <p:tag name="KSO_WM_BEAUTIFY_FLAG" val="#wm#"/>
  <p:tag name="KSO_WM_UNIT_ISNUMDGMTITLE" val="0"/>
</p:tagLst>
</file>

<file path=ppt/tags/tag110.xml><?xml version="1.0" encoding="utf-8"?>
<p:tagLst xmlns:p="http://schemas.openxmlformats.org/presentationml/2006/main">
  <p:tag name="KSO_WM_UNIT_PRESET_TEXT" val="单击此处添加正文"/>
  <p:tag name="KSO_WM_UNIT_NOCLEAR" val="0"/>
  <p:tag name="KSO_WM_UNIT_SHOW_EDIT_AREA_INDICATION" val="1"/>
  <p:tag name="KSO_WM_UNIT_VALUE" val="689"/>
  <p:tag name="KSO_WM_UNIT_HIGHLIGHT" val="0"/>
  <p:tag name="KSO_WM_UNIT_COMPATIBLE" val="0"/>
  <p:tag name="KSO_WM_UNIT_DIAGRAM_ISNUMVISUAL" val="0"/>
  <p:tag name="KSO_WM_UNIT_DIAGRAM_ISREFERUNIT" val="0"/>
  <p:tag name="KSO_WM_UNIT_TYPE" val="f"/>
  <p:tag name="KSO_WM_UNIT_INDEX" val="1"/>
  <p:tag name="KSO_WM_UNIT_ID" val="custom20205176_13*f*1"/>
  <p:tag name="KSO_WM_TEMPLATE_CATEGORY" val="custom"/>
  <p:tag name="KSO_WM_TEMPLATE_INDEX" val="20205176"/>
  <p:tag name="KSO_WM_UNIT_LAYERLEVEL" val="1"/>
  <p:tag name="KSO_WM_TAG_VERSION" val="1.0"/>
  <p:tag name="KSO_WM_BEAUTIFY_FLAG" val="#wm#"/>
</p:tagLst>
</file>

<file path=ppt/tags/tag111.xml><?xml version="1.0" encoding="utf-8"?>
<p:tagLst xmlns:p="http://schemas.openxmlformats.org/presentationml/2006/main">
  <p:tag name="KSO_WM_BEAUTIFY_FLAG" val="#wm#"/>
  <p:tag name="KSO_WM_TEMPLATE_CATEGORY" val="custom"/>
  <p:tag name="KSO_WM_TEMPLATE_INDEX" val="20205176"/>
  <p:tag name="KSO_WM_SLIDE_ID" val="custom20205176_13"/>
  <p:tag name="KSO_WM_TEMPLATE_SUBCATEGORY" val="19"/>
  <p:tag name="KSO_WM_TEMPLATE_MASTER_TYPE" val="0"/>
  <p:tag name="KSO_WM_TEMPLATE_COLOR_TYPE" val="1"/>
  <p:tag name="KSO_WM_SLIDE_ITEM_CNT" val="0"/>
  <p:tag name="KSO_WM_SLIDE_INDEX" val="13"/>
  <p:tag name="KSO_WM_TAG_VERSION" val="1.0"/>
  <p:tag name="KSO_WM_SLIDE_TYPE" val="text"/>
  <p:tag name="KSO_WM_SLIDE_SUBTYPE" val="pureTxt"/>
  <p:tag name="KSO_WM_SLIDE_SIZE" val="863*444"/>
  <p:tag name="KSO_WM_SLIDE_POSITION" val="47*47"/>
  <p:tag name="KSO_WM_SLIDE_LAYOUT" val="a_f"/>
  <p:tag name="KSO_WM_SLIDE_LAYOUT_CNT" val="1_1"/>
  <p:tag name="KSO_WM_UNIT_SHOW_EDIT_AREA_INDICATION" val="1"/>
</p:tagLst>
</file>

<file path=ppt/tags/tag112.xml><?xml version="1.0" encoding="utf-8"?>
<p:tagLst xmlns:p="http://schemas.openxmlformats.org/presentationml/2006/main">
  <p:tag name="KSO_WM_UNIT_ISCONTENTSTITLE" val="0"/>
  <p:tag name="KSO_WM_UNIT_PRESET_TEXT" val="单击此处添加标题"/>
  <p:tag name="KSO_WM_UNIT_NOCLEAR" val="0"/>
  <p:tag name="KSO_WM_UNIT_SHOW_EDIT_AREA_INDICATION" val="1"/>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custom20205176_13*a*1"/>
  <p:tag name="KSO_WM_TEMPLATE_CATEGORY" val="custom"/>
  <p:tag name="KSO_WM_TEMPLATE_INDEX" val="20205176"/>
  <p:tag name="KSO_WM_UNIT_LAYERLEVEL" val="1"/>
  <p:tag name="KSO_WM_TAG_VERSION" val="1.0"/>
  <p:tag name="KSO_WM_BEAUTIFY_FLAG" val="#wm#"/>
  <p:tag name="KSO_WM_UNIT_ISNUMDGMTITLE" val="0"/>
</p:tagLst>
</file>

<file path=ppt/tags/tag113.xml><?xml version="1.0" encoding="utf-8"?>
<p:tagLst xmlns:p="http://schemas.openxmlformats.org/presentationml/2006/main">
  <p:tag name="KSO_WM_UNIT_PRESET_TEXT" val="单击此处添加正文"/>
  <p:tag name="KSO_WM_UNIT_NOCLEAR" val="0"/>
  <p:tag name="KSO_WM_UNIT_SHOW_EDIT_AREA_INDICATION" val="1"/>
  <p:tag name="KSO_WM_UNIT_VALUE" val="689"/>
  <p:tag name="KSO_WM_UNIT_HIGHLIGHT" val="0"/>
  <p:tag name="KSO_WM_UNIT_COMPATIBLE" val="0"/>
  <p:tag name="KSO_WM_UNIT_DIAGRAM_ISNUMVISUAL" val="0"/>
  <p:tag name="KSO_WM_UNIT_DIAGRAM_ISREFERUNIT" val="0"/>
  <p:tag name="KSO_WM_UNIT_TYPE" val="f"/>
  <p:tag name="KSO_WM_UNIT_INDEX" val="1"/>
  <p:tag name="KSO_WM_UNIT_ID" val="custom20205176_13*f*1"/>
  <p:tag name="KSO_WM_TEMPLATE_CATEGORY" val="custom"/>
  <p:tag name="KSO_WM_TEMPLATE_INDEX" val="20205176"/>
  <p:tag name="KSO_WM_UNIT_LAYERLEVEL" val="1"/>
  <p:tag name="KSO_WM_TAG_VERSION" val="1.0"/>
  <p:tag name="KSO_WM_BEAUTIFY_FLAG" val="#wm#"/>
</p:tagLst>
</file>

<file path=ppt/tags/tag114.xml><?xml version="1.0" encoding="utf-8"?>
<p:tagLst xmlns:p="http://schemas.openxmlformats.org/presentationml/2006/main">
  <p:tag name="KSO_WM_BEAUTIFY_FLAG" val="#wm#"/>
  <p:tag name="KSO_WM_TEMPLATE_CATEGORY" val="custom"/>
  <p:tag name="KSO_WM_TEMPLATE_INDEX" val="20205176"/>
  <p:tag name="KSO_WM_SLIDE_ID" val="custom20205176_13"/>
  <p:tag name="KSO_WM_TEMPLATE_SUBCATEGORY" val="19"/>
  <p:tag name="KSO_WM_TEMPLATE_MASTER_TYPE" val="0"/>
  <p:tag name="KSO_WM_TEMPLATE_COLOR_TYPE" val="1"/>
  <p:tag name="KSO_WM_SLIDE_ITEM_CNT" val="0"/>
  <p:tag name="KSO_WM_SLIDE_INDEX" val="13"/>
  <p:tag name="KSO_WM_TAG_VERSION" val="1.0"/>
  <p:tag name="KSO_WM_SLIDE_TYPE" val="text"/>
  <p:tag name="KSO_WM_SLIDE_SUBTYPE" val="pureTxt"/>
  <p:tag name="KSO_WM_SLIDE_SIZE" val="863*444"/>
  <p:tag name="KSO_WM_SLIDE_POSITION" val="47*47"/>
  <p:tag name="KSO_WM_SLIDE_LAYOUT" val="a_f"/>
  <p:tag name="KSO_WM_SLIDE_LAYOUT_CNT" val="1_1"/>
  <p:tag name="KSO_WM_UNIT_SHOW_EDIT_AREA_INDICATION" val="1"/>
</p:tagLst>
</file>

<file path=ppt/tags/tag115.xml><?xml version="1.0" encoding="utf-8"?>
<p:tagLst xmlns:p="http://schemas.openxmlformats.org/presentationml/2006/main">
  <p:tag name="KSO_WM_UNIT_ISCONTENTSTITLE" val="0"/>
  <p:tag name="KSO_WM_UNIT_PRESET_TEXT" val="单击此处添加标题"/>
  <p:tag name="KSO_WM_UNIT_NOCLEAR" val="0"/>
  <p:tag name="KSO_WM_UNIT_SHOW_EDIT_AREA_INDICATION" val="1"/>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custom20205176_13*a*1"/>
  <p:tag name="KSO_WM_TEMPLATE_CATEGORY" val="custom"/>
  <p:tag name="KSO_WM_TEMPLATE_INDEX" val="20205176"/>
  <p:tag name="KSO_WM_UNIT_LAYERLEVEL" val="1"/>
  <p:tag name="KSO_WM_TAG_VERSION" val="1.0"/>
  <p:tag name="KSO_WM_BEAUTIFY_FLAG" val="#wm#"/>
  <p:tag name="KSO_WM_UNIT_ISNUMDGMTITLE" val="0"/>
</p:tagLst>
</file>

<file path=ppt/tags/tag116.xml><?xml version="1.0" encoding="utf-8"?>
<p:tagLst xmlns:p="http://schemas.openxmlformats.org/presentationml/2006/main">
  <p:tag name="KSO_WM_UNIT_PRESET_TEXT" val="单击此处添加正文"/>
  <p:tag name="KSO_WM_UNIT_NOCLEAR" val="0"/>
  <p:tag name="KSO_WM_UNIT_SHOW_EDIT_AREA_INDICATION" val="1"/>
  <p:tag name="KSO_WM_UNIT_VALUE" val="689"/>
  <p:tag name="KSO_WM_UNIT_HIGHLIGHT" val="0"/>
  <p:tag name="KSO_WM_UNIT_COMPATIBLE" val="0"/>
  <p:tag name="KSO_WM_UNIT_DIAGRAM_ISNUMVISUAL" val="0"/>
  <p:tag name="KSO_WM_UNIT_DIAGRAM_ISREFERUNIT" val="0"/>
  <p:tag name="KSO_WM_UNIT_TYPE" val="f"/>
  <p:tag name="KSO_WM_UNIT_INDEX" val="1"/>
  <p:tag name="KSO_WM_UNIT_ID" val="custom20205176_13*f*1"/>
  <p:tag name="KSO_WM_TEMPLATE_CATEGORY" val="custom"/>
  <p:tag name="KSO_WM_TEMPLATE_INDEX" val="20205176"/>
  <p:tag name="KSO_WM_UNIT_LAYERLEVEL" val="1"/>
  <p:tag name="KSO_WM_TAG_VERSION" val="1.0"/>
  <p:tag name="KSO_WM_BEAUTIFY_FLAG" val="#wm#"/>
</p:tagLst>
</file>

<file path=ppt/tags/tag117.xml><?xml version="1.0" encoding="utf-8"?>
<p:tagLst xmlns:p="http://schemas.openxmlformats.org/presentationml/2006/main">
  <p:tag name="KSO_WM_BEAUTIFY_FLAG" val="#wm#"/>
  <p:tag name="KSO_WM_TEMPLATE_CATEGORY" val="custom"/>
  <p:tag name="KSO_WM_TEMPLATE_INDEX" val="20205176"/>
  <p:tag name="KSO_WM_SLIDE_ID" val="custom20205176_13"/>
  <p:tag name="KSO_WM_TEMPLATE_SUBCATEGORY" val="19"/>
  <p:tag name="KSO_WM_TEMPLATE_MASTER_TYPE" val="0"/>
  <p:tag name="KSO_WM_TEMPLATE_COLOR_TYPE" val="1"/>
  <p:tag name="KSO_WM_SLIDE_ITEM_CNT" val="0"/>
  <p:tag name="KSO_WM_SLIDE_INDEX" val="13"/>
  <p:tag name="KSO_WM_TAG_VERSION" val="1.0"/>
  <p:tag name="KSO_WM_SLIDE_TYPE" val="text"/>
  <p:tag name="KSO_WM_SLIDE_SUBTYPE" val="pureTxt"/>
  <p:tag name="KSO_WM_SLIDE_SIZE" val="863*444"/>
  <p:tag name="KSO_WM_SLIDE_POSITION" val="47*47"/>
  <p:tag name="KSO_WM_SLIDE_LAYOUT" val="a_f"/>
  <p:tag name="KSO_WM_SLIDE_LAYOUT_CNT" val="1_1"/>
  <p:tag name="KSO_WM_UNIT_SHOW_EDIT_AREA_INDICATION" val="1"/>
</p:tagLst>
</file>

<file path=ppt/tags/tag118.xml><?xml version="1.0" encoding="utf-8"?>
<p:tagLst xmlns:p="http://schemas.openxmlformats.org/presentationml/2006/main">
  <p:tag name="KSO_WM_UNIT_ISCONTENTSTITLE" val="0"/>
  <p:tag name="KSO_WM_UNIT_PRESET_TEXT" val="单击此处添加标题"/>
  <p:tag name="KSO_WM_UNIT_NOCLEAR" val="0"/>
  <p:tag name="KSO_WM_UNIT_SHOW_EDIT_AREA_INDICATION" val="1"/>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custom20205176_13*a*1"/>
  <p:tag name="KSO_WM_TEMPLATE_CATEGORY" val="custom"/>
  <p:tag name="KSO_WM_TEMPLATE_INDEX" val="20205176"/>
  <p:tag name="KSO_WM_UNIT_LAYERLEVEL" val="1"/>
  <p:tag name="KSO_WM_TAG_VERSION" val="1.0"/>
  <p:tag name="KSO_WM_BEAUTIFY_FLAG" val="#wm#"/>
  <p:tag name="KSO_WM_UNIT_ISNUMDGMTITLE" val="0"/>
</p:tagLst>
</file>

<file path=ppt/tags/tag119.xml><?xml version="1.0" encoding="utf-8"?>
<p:tagLst xmlns:p="http://schemas.openxmlformats.org/presentationml/2006/main">
  <p:tag name="KSO_WM_UNIT_PRESET_TEXT" val="单击此处添加正文"/>
  <p:tag name="KSO_WM_UNIT_NOCLEAR" val="0"/>
  <p:tag name="KSO_WM_UNIT_SHOW_EDIT_AREA_INDICATION" val="1"/>
  <p:tag name="KSO_WM_UNIT_VALUE" val="689"/>
  <p:tag name="KSO_WM_UNIT_HIGHLIGHT" val="0"/>
  <p:tag name="KSO_WM_UNIT_COMPATIBLE" val="0"/>
  <p:tag name="KSO_WM_UNIT_DIAGRAM_ISNUMVISUAL" val="0"/>
  <p:tag name="KSO_WM_UNIT_DIAGRAM_ISREFERUNIT" val="0"/>
  <p:tag name="KSO_WM_UNIT_TYPE" val="f"/>
  <p:tag name="KSO_WM_UNIT_INDEX" val="1"/>
  <p:tag name="KSO_WM_UNIT_ID" val="custom20205176_13*f*1"/>
  <p:tag name="KSO_WM_TEMPLATE_CATEGORY" val="custom"/>
  <p:tag name="KSO_WM_TEMPLATE_INDEX" val="20205176"/>
  <p:tag name="KSO_WM_UNIT_LAYERLEVEL" val="1"/>
  <p:tag name="KSO_WM_TAG_VERSION" val="1.0"/>
  <p:tag name="KSO_WM_BEAUTIFY_FLAG" val="#wm#"/>
</p:tagLst>
</file>

<file path=ppt/tags/tag120.xml><?xml version="1.0" encoding="utf-8"?>
<p:tagLst xmlns:p="http://schemas.openxmlformats.org/presentationml/2006/main">
  <p:tag name="KSO_WM_UNIT_PRESET_TEXT" val="单击此处添加正文"/>
  <p:tag name="KSO_WM_UNIT_NOCLEAR" val="0"/>
  <p:tag name="KSO_WM_UNIT_SHOW_EDIT_AREA_INDICATION" val="1"/>
  <p:tag name="KSO_WM_UNIT_VALUE" val="689"/>
  <p:tag name="KSO_WM_UNIT_HIGHLIGHT" val="0"/>
  <p:tag name="KSO_WM_UNIT_COMPATIBLE" val="0"/>
  <p:tag name="KSO_WM_UNIT_DIAGRAM_ISNUMVISUAL" val="0"/>
  <p:tag name="KSO_WM_UNIT_DIAGRAM_ISREFERUNIT" val="0"/>
  <p:tag name="KSO_WM_UNIT_TYPE" val="f"/>
  <p:tag name="KSO_WM_UNIT_INDEX" val="1"/>
  <p:tag name="KSO_WM_UNIT_ID" val="custom20205176_13*f*1"/>
  <p:tag name="KSO_WM_TEMPLATE_CATEGORY" val="custom"/>
  <p:tag name="KSO_WM_TEMPLATE_INDEX" val="20205176"/>
  <p:tag name="KSO_WM_UNIT_LAYERLEVEL" val="1"/>
  <p:tag name="KSO_WM_TAG_VERSION" val="1.0"/>
  <p:tag name="KSO_WM_BEAUTIFY_FLAG" val="#wm#"/>
</p:tagLst>
</file>

<file path=ppt/tags/tag121.xml><?xml version="1.0" encoding="utf-8"?>
<p:tagLst xmlns:p="http://schemas.openxmlformats.org/presentationml/2006/main">
  <p:tag name="KSO_WM_BEAUTIFY_FLAG" val="#wm#"/>
  <p:tag name="KSO_WM_TEMPLATE_CATEGORY" val="custom"/>
  <p:tag name="KSO_WM_TEMPLATE_INDEX" val="20205176"/>
  <p:tag name="KSO_WM_SLIDE_ID" val="custom20205176_13"/>
  <p:tag name="KSO_WM_TEMPLATE_SUBCATEGORY" val="19"/>
  <p:tag name="KSO_WM_TEMPLATE_MASTER_TYPE" val="0"/>
  <p:tag name="KSO_WM_TEMPLATE_COLOR_TYPE" val="1"/>
  <p:tag name="KSO_WM_SLIDE_ITEM_CNT" val="0"/>
  <p:tag name="KSO_WM_SLIDE_INDEX" val="13"/>
  <p:tag name="KSO_WM_TAG_VERSION" val="1.0"/>
  <p:tag name="KSO_WM_SLIDE_TYPE" val="text"/>
  <p:tag name="KSO_WM_SLIDE_SUBTYPE" val="pureTxt"/>
  <p:tag name="KSO_WM_SLIDE_SIZE" val="863*444"/>
  <p:tag name="KSO_WM_SLIDE_POSITION" val="47*47"/>
  <p:tag name="KSO_WM_SLIDE_LAYOUT" val="a_f"/>
  <p:tag name="KSO_WM_SLIDE_LAYOUT_CNT" val="1_1"/>
  <p:tag name="KSO_WM_UNIT_SHOW_EDIT_AREA_INDICATION" val="1"/>
</p:tagLst>
</file>

<file path=ppt/tags/tag122.xml><?xml version="1.0" encoding="utf-8"?>
<p:tagLst xmlns:p="http://schemas.openxmlformats.org/presentationml/2006/main">
  <p:tag name="KSO_WM_UNIT_ISCONTENTSTITLE" val="0"/>
  <p:tag name="KSO_WM_UNIT_PRESET_TEXT" val="单击此处添加标题"/>
  <p:tag name="KSO_WM_UNIT_NOCLEAR" val="0"/>
  <p:tag name="KSO_WM_UNIT_SHOW_EDIT_AREA_INDICATION" val="1"/>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custom20205176_13*a*1"/>
  <p:tag name="KSO_WM_TEMPLATE_CATEGORY" val="custom"/>
  <p:tag name="KSO_WM_TEMPLATE_INDEX" val="20205176"/>
  <p:tag name="KSO_WM_UNIT_LAYERLEVEL" val="1"/>
  <p:tag name="KSO_WM_TAG_VERSION" val="1.0"/>
  <p:tag name="KSO_WM_BEAUTIFY_FLAG" val="#wm#"/>
  <p:tag name="KSO_WM_UNIT_ISNUMDGMTITLE" val="0"/>
</p:tagLst>
</file>

<file path=ppt/tags/tag123.xml><?xml version="1.0" encoding="utf-8"?>
<p:tagLst xmlns:p="http://schemas.openxmlformats.org/presentationml/2006/main">
  <p:tag name="KSO_WM_UNIT_PRESET_TEXT" val="单击此处添加正文"/>
  <p:tag name="KSO_WM_UNIT_NOCLEAR" val="0"/>
  <p:tag name="KSO_WM_UNIT_SHOW_EDIT_AREA_INDICATION" val="1"/>
  <p:tag name="KSO_WM_UNIT_VALUE" val="689"/>
  <p:tag name="KSO_WM_UNIT_HIGHLIGHT" val="0"/>
  <p:tag name="KSO_WM_UNIT_COMPATIBLE" val="0"/>
  <p:tag name="KSO_WM_UNIT_DIAGRAM_ISNUMVISUAL" val="0"/>
  <p:tag name="KSO_WM_UNIT_DIAGRAM_ISREFERUNIT" val="0"/>
  <p:tag name="KSO_WM_UNIT_TYPE" val="f"/>
  <p:tag name="KSO_WM_UNIT_INDEX" val="1"/>
  <p:tag name="KSO_WM_UNIT_ID" val="custom20205176_13*f*1"/>
  <p:tag name="KSO_WM_TEMPLATE_CATEGORY" val="custom"/>
  <p:tag name="KSO_WM_TEMPLATE_INDEX" val="20205176"/>
  <p:tag name="KSO_WM_UNIT_LAYERLEVEL" val="1"/>
  <p:tag name="KSO_WM_TAG_VERSION" val="1.0"/>
  <p:tag name="KSO_WM_BEAUTIFY_FLAG" val="#wm#"/>
</p:tagLst>
</file>

<file path=ppt/tags/tag124.xml><?xml version="1.0" encoding="utf-8"?>
<p:tagLst xmlns:p="http://schemas.openxmlformats.org/presentationml/2006/main">
  <p:tag name="KSO_WM_BEAUTIFY_FLAG" val="#wm#"/>
  <p:tag name="KSO_WM_TEMPLATE_CATEGORY" val="custom"/>
  <p:tag name="KSO_WM_TEMPLATE_INDEX" val="20205176"/>
  <p:tag name="KSO_WM_SLIDE_ID" val="custom20205176_13"/>
  <p:tag name="KSO_WM_TEMPLATE_SUBCATEGORY" val="19"/>
  <p:tag name="KSO_WM_TEMPLATE_MASTER_TYPE" val="0"/>
  <p:tag name="KSO_WM_TEMPLATE_COLOR_TYPE" val="1"/>
  <p:tag name="KSO_WM_SLIDE_ITEM_CNT" val="0"/>
  <p:tag name="KSO_WM_SLIDE_INDEX" val="13"/>
  <p:tag name="KSO_WM_TAG_VERSION" val="1.0"/>
  <p:tag name="KSO_WM_SLIDE_TYPE" val="text"/>
  <p:tag name="KSO_WM_SLIDE_SUBTYPE" val="pureTxt"/>
  <p:tag name="KSO_WM_SLIDE_SIZE" val="863*444"/>
  <p:tag name="KSO_WM_SLIDE_POSITION" val="47*47"/>
  <p:tag name="KSO_WM_SLIDE_LAYOUT" val="a_f"/>
  <p:tag name="KSO_WM_SLIDE_LAYOUT_CNT" val="1_1"/>
  <p:tag name="KSO_WM_UNIT_SHOW_EDIT_AREA_INDICATION" val="1"/>
</p:tagLst>
</file>

<file path=ppt/tags/tag125.xml><?xml version="1.0" encoding="utf-8"?>
<p:tagLst xmlns:p="http://schemas.openxmlformats.org/presentationml/2006/main">
  <p:tag name="KSO_WM_UNIT_ISCONTENTSTITLE" val="0"/>
  <p:tag name="KSO_WM_UNIT_PRESET_TEXT" val="单击此处添加标题"/>
  <p:tag name="KSO_WM_UNIT_NOCLEAR" val="0"/>
  <p:tag name="KSO_WM_UNIT_SHOW_EDIT_AREA_INDICATION" val="1"/>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custom20205176_13*a*1"/>
  <p:tag name="KSO_WM_TEMPLATE_CATEGORY" val="custom"/>
  <p:tag name="KSO_WM_TEMPLATE_INDEX" val="20205176"/>
  <p:tag name="KSO_WM_UNIT_LAYERLEVEL" val="1"/>
  <p:tag name="KSO_WM_TAG_VERSION" val="1.0"/>
  <p:tag name="KSO_WM_BEAUTIFY_FLAG" val="#wm#"/>
  <p:tag name="KSO_WM_UNIT_ISNUMDGMTITLE" val="0"/>
</p:tagLst>
</file>

<file path=ppt/tags/tag126.xml><?xml version="1.0" encoding="utf-8"?>
<p:tagLst xmlns:p="http://schemas.openxmlformats.org/presentationml/2006/main">
  <p:tag name="KSO_WM_UNIT_PRESET_TEXT" val="单击此处添加正文"/>
  <p:tag name="KSO_WM_UNIT_NOCLEAR" val="0"/>
  <p:tag name="KSO_WM_UNIT_SHOW_EDIT_AREA_INDICATION" val="1"/>
  <p:tag name="KSO_WM_UNIT_VALUE" val="689"/>
  <p:tag name="KSO_WM_UNIT_HIGHLIGHT" val="0"/>
  <p:tag name="KSO_WM_UNIT_COMPATIBLE" val="0"/>
  <p:tag name="KSO_WM_UNIT_DIAGRAM_ISNUMVISUAL" val="0"/>
  <p:tag name="KSO_WM_UNIT_DIAGRAM_ISREFERUNIT" val="0"/>
  <p:tag name="KSO_WM_UNIT_TYPE" val="f"/>
  <p:tag name="KSO_WM_UNIT_INDEX" val="1"/>
  <p:tag name="KSO_WM_UNIT_ID" val="custom20205176_13*f*1"/>
  <p:tag name="KSO_WM_TEMPLATE_CATEGORY" val="custom"/>
  <p:tag name="KSO_WM_TEMPLATE_INDEX" val="20205176"/>
  <p:tag name="KSO_WM_UNIT_LAYERLEVEL" val="1"/>
  <p:tag name="KSO_WM_TAG_VERSION" val="1.0"/>
  <p:tag name="KSO_WM_BEAUTIFY_FLAG" val="#wm#"/>
</p:tagLst>
</file>

<file path=ppt/tags/tag127.xml><?xml version="1.0" encoding="utf-8"?>
<p:tagLst xmlns:p="http://schemas.openxmlformats.org/presentationml/2006/main">
  <p:tag name="KSO_WM_BEAUTIFY_FLAG" val="#wm#"/>
  <p:tag name="KSO_WM_TEMPLATE_CATEGORY" val="custom"/>
  <p:tag name="KSO_WM_TEMPLATE_INDEX" val="20205176"/>
  <p:tag name="KSO_WM_SLIDE_ID" val="custom20205176_13"/>
  <p:tag name="KSO_WM_TEMPLATE_SUBCATEGORY" val="19"/>
  <p:tag name="KSO_WM_TEMPLATE_MASTER_TYPE" val="0"/>
  <p:tag name="KSO_WM_TEMPLATE_COLOR_TYPE" val="1"/>
  <p:tag name="KSO_WM_SLIDE_ITEM_CNT" val="0"/>
  <p:tag name="KSO_WM_SLIDE_INDEX" val="13"/>
  <p:tag name="KSO_WM_TAG_VERSION" val="1.0"/>
  <p:tag name="KSO_WM_SLIDE_TYPE" val="text"/>
  <p:tag name="KSO_WM_SLIDE_SUBTYPE" val="pureTxt"/>
  <p:tag name="KSO_WM_SLIDE_SIZE" val="863*444"/>
  <p:tag name="KSO_WM_SLIDE_POSITION" val="47*47"/>
  <p:tag name="KSO_WM_SLIDE_LAYOUT" val="a_f"/>
  <p:tag name="KSO_WM_SLIDE_LAYOUT_CNT" val="1_1"/>
  <p:tag name="KSO_WM_UNIT_SHOW_EDIT_AREA_INDICATION" val="1"/>
</p:tagLst>
</file>

<file path=ppt/tags/tag128.xml><?xml version="1.0" encoding="utf-8"?>
<p:tagLst xmlns:p="http://schemas.openxmlformats.org/presentationml/2006/main">
  <p:tag name="KSO_WM_UNIT_ISCONTENTSTITLE" val="0"/>
  <p:tag name="KSO_WM_UNIT_PRESET_TEXT" val="单击此处添加标题"/>
  <p:tag name="KSO_WM_UNIT_NOCLEAR" val="0"/>
  <p:tag name="KSO_WM_UNIT_SHOW_EDIT_AREA_INDICATION" val="1"/>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custom20205176_13*a*1"/>
  <p:tag name="KSO_WM_TEMPLATE_CATEGORY" val="custom"/>
  <p:tag name="KSO_WM_TEMPLATE_INDEX" val="20205176"/>
  <p:tag name="KSO_WM_UNIT_LAYERLEVEL" val="1"/>
  <p:tag name="KSO_WM_TAG_VERSION" val="1.0"/>
  <p:tag name="KSO_WM_BEAUTIFY_FLAG" val="#wm#"/>
  <p:tag name="KSO_WM_UNIT_ISNUMDGMTITLE" val="0"/>
</p:tagLst>
</file>

<file path=ppt/tags/tag129.xml><?xml version="1.0" encoding="utf-8"?>
<p:tagLst xmlns:p="http://schemas.openxmlformats.org/presentationml/2006/main">
  <p:tag name="KSO_WM_UNIT_PRESET_TEXT" val="单击此处添加正文"/>
  <p:tag name="KSO_WM_UNIT_NOCLEAR" val="0"/>
  <p:tag name="KSO_WM_UNIT_SHOW_EDIT_AREA_INDICATION" val="1"/>
  <p:tag name="KSO_WM_UNIT_VALUE" val="689"/>
  <p:tag name="KSO_WM_UNIT_HIGHLIGHT" val="0"/>
  <p:tag name="KSO_WM_UNIT_COMPATIBLE" val="0"/>
  <p:tag name="KSO_WM_UNIT_DIAGRAM_ISNUMVISUAL" val="0"/>
  <p:tag name="KSO_WM_UNIT_DIAGRAM_ISREFERUNIT" val="0"/>
  <p:tag name="KSO_WM_UNIT_TYPE" val="f"/>
  <p:tag name="KSO_WM_UNIT_INDEX" val="1"/>
  <p:tag name="KSO_WM_UNIT_ID" val="custom20205176_13*f*1"/>
  <p:tag name="KSO_WM_TEMPLATE_CATEGORY" val="custom"/>
  <p:tag name="KSO_WM_TEMPLATE_INDEX" val="20205176"/>
  <p:tag name="KSO_WM_UNIT_LAYERLEVEL" val="1"/>
  <p:tag name="KSO_WM_TAG_VERSION" val="1.0"/>
  <p:tag name="KSO_WM_BEAUTIFY_FLAG" val="#wm#"/>
</p:tagLst>
</file>

<file path=ppt/tags/tag130.xml><?xml version="1.0" encoding="utf-8"?>
<p:tagLst xmlns:p="http://schemas.openxmlformats.org/presentationml/2006/main">
  <p:tag name="KSO_WM_BEAUTIFY_FLAG" val="#wm#"/>
  <p:tag name="KSO_WM_TEMPLATE_CATEGORY" val="custom"/>
  <p:tag name="KSO_WM_TEMPLATE_INDEX" val="20205176"/>
  <p:tag name="KSO_WM_SLIDE_ID" val="custom20205176_13"/>
  <p:tag name="KSO_WM_TEMPLATE_SUBCATEGORY" val="19"/>
  <p:tag name="KSO_WM_TEMPLATE_MASTER_TYPE" val="0"/>
  <p:tag name="KSO_WM_TEMPLATE_COLOR_TYPE" val="1"/>
  <p:tag name="KSO_WM_SLIDE_ITEM_CNT" val="0"/>
  <p:tag name="KSO_WM_SLIDE_INDEX" val="13"/>
  <p:tag name="KSO_WM_TAG_VERSION" val="1.0"/>
  <p:tag name="KSO_WM_SLIDE_TYPE" val="text"/>
  <p:tag name="KSO_WM_SLIDE_SUBTYPE" val="pureTxt"/>
  <p:tag name="KSO_WM_SLIDE_SIZE" val="863*444"/>
  <p:tag name="KSO_WM_SLIDE_POSITION" val="47*47"/>
  <p:tag name="KSO_WM_SLIDE_LAYOUT" val="a_f"/>
  <p:tag name="KSO_WM_SLIDE_LAYOUT_CNT" val="1_1"/>
  <p:tag name="KSO_WM_UNIT_SHOW_EDIT_AREA_INDICATION" val="1"/>
</p:tagLst>
</file>

<file path=ppt/tags/tag131.xml><?xml version="1.0" encoding="utf-8"?>
<p:tagLst xmlns:p="http://schemas.openxmlformats.org/presentationml/2006/main">
  <p:tag name="KSO_WM_UNIT_ISCONTENTSTITLE" val="0"/>
  <p:tag name="KSO_WM_UNIT_PRESET_TEXT" val="单击此处添加标题"/>
  <p:tag name="KSO_WM_UNIT_NOCLEAR" val="0"/>
  <p:tag name="KSO_WM_UNIT_SHOW_EDIT_AREA_INDICATION" val="1"/>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custom20205176_13*a*1"/>
  <p:tag name="KSO_WM_TEMPLATE_CATEGORY" val="custom"/>
  <p:tag name="KSO_WM_TEMPLATE_INDEX" val="20205176"/>
  <p:tag name="KSO_WM_UNIT_LAYERLEVEL" val="1"/>
  <p:tag name="KSO_WM_TAG_VERSION" val="1.0"/>
  <p:tag name="KSO_WM_BEAUTIFY_FLAG" val="#wm#"/>
  <p:tag name="KSO_WM_UNIT_ISNUMDGMTITLE" val="0"/>
</p:tagLst>
</file>

<file path=ppt/tags/tag132.xml><?xml version="1.0" encoding="utf-8"?>
<p:tagLst xmlns:p="http://schemas.openxmlformats.org/presentationml/2006/main">
  <p:tag name="KSO_WM_UNIT_PRESET_TEXT" val="单击此处添加正文"/>
  <p:tag name="KSO_WM_UNIT_NOCLEAR" val="0"/>
  <p:tag name="KSO_WM_UNIT_SHOW_EDIT_AREA_INDICATION" val="1"/>
  <p:tag name="KSO_WM_UNIT_VALUE" val="689"/>
  <p:tag name="KSO_WM_UNIT_HIGHLIGHT" val="0"/>
  <p:tag name="KSO_WM_UNIT_COMPATIBLE" val="0"/>
  <p:tag name="KSO_WM_UNIT_DIAGRAM_ISNUMVISUAL" val="0"/>
  <p:tag name="KSO_WM_UNIT_DIAGRAM_ISREFERUNIT" val="0"/>
  <p:tag name="KSO_WM_UNIT_TYPE" val="f"/>
  <p:tag name="KSO_WM_UNIT_INDEX" val="1"/>
  <p:tag name="KSO_WM_UNIT_ID" val="custom20205176_13*f*1"/>
  <p:tag name="KSO_WM_TEMPLATE_CATEGORY" val="custom"/>
  <p:tag name="KSO_WM_TEMPLATE_INDEX" val="20205176"/>
  <p:tag name="KSO_WM_UNIT_LAYERLEVEL" val="1"/>
  <p:tag name="KSO_WM_TAG_VERSION" val="1.0"/>
  <p:tag name="KSO_WM_BEAUTIFY_FLAG" val="#wm#"/>
</p:tagLst>
</file>

<file path=ppt/tags/tag133.xml><?xml version="1.0" encoding="utf-8"?>
<p:tagLst xmlns:p="http://schemas.openxmlformats.org/presentationml/2006/main">
  <p:tag name="KSO_WM_BEAUTIFY_FLAG" val="#wm#"/>
  <p:tag name="KSO_WM_TEMPLATE_CATEGORY" val="custom"/>
  <p:tag name="KSO_WM_TEMPLATE_INDEX" val="20205176"/>
  <p:tag name="KSO_WM_SLIDE_ID" val="custom20205176_13"/>
  <p:tag name="KSO_WM_TEMPLATE_SUBCATEGORY" val="19"/>
  <p:tag name="KSO_WM_TEMPLATE_MASTER_TYPE" val="0"/>
  <p:tag name="KSO_WM_TEMPLATE_COLOR_TYPE" val="1"/>
  <p:tag name="KSO_WM_SLIDE_ITEM_CNT" val="0"/>
  <p:tag name="KSO_WM_SLIDE_INDEX" val="13"/>
  <p:tag name="KSO_WM_TAG_VERSION" val="1.0"/>
  <p:tag name="KSO_WM_SLIDE_TYPE" val="text"/>
  <p:tag name="KSO_WM_SLIDE_SUBTYPE" val="pureTxt"/>
  <p:tag name="KSO_WM_SLIDE_SIZE" val="863*444"/>
  <p:tag name="KSO_WM_SLIDE_POSITION" val="47*47"/>
  <p:tag name="KSO_WM_SLIDE_LAYOUT" val="a_f"/>
  <p:tag name="KSO_WM_SLIDE_LAYOUT_CNT" val="1_1"/>
  <p:tag name="KSO_WM_UNIT_SHOW_EDIT_AREA_INDICATION" val="1"/>
</p:tagLst>
</file>

<file path=ppt/tags/tag134.xml><?xml version="1.0" encoding="utf-8"?>
<p:tagLst xmlns:p="http://schemas.openxmlformats.org/presentationml/2006/main">
  <p:tag name="KSO_WM_UNIT_ISCONTENTSTITLE" val="0"/>
  <p:tag name="KSO_WM_UNIT_PRESET_TEXT" val="单击此处添加标题"/>
  <p:tag name="KSO_WM_UNIT_NOCLEAR" val="0"/>
  <p:tag name="KSO_WM_UNIT_SHOW_EDIT_AREA_INDICATION" val="1"/>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custom20205176_13*a*1"/>
  <p:tag name="KSO_WM_TEMPLATE_CATEGORY" val="custom"/>
  <p:tag name="KSO_WM_TEMPLATE_INDEX" val="20205176"/>
  <p:tag name="KSO_WM_UNIT_LAYERLEVEL" val="1"/>
  <p:tag name="KSO_WM_TAG_VERSION" val="1.0"/>
  <p:tag name="KSO_WM_BEAUTIFY_FLAG" val="#wm#"/>
  <p:tag name="KSO_WM_UNIT_ISNUMDGMTITLE" val="0"/>
</p:tagLst>
</file>

<file path=ppt/tags/tag135.xml><?xml version="1.0" encoding="utf-8"?>
<p:tagLst xmlns:p="http://schemas.openxmlformats.org/presentationml/2006/main">
  <p:tag name="KSO_WM_UNIT_PRESET_TEXT" val="单击此处添加正文"/>
  <p:tag name="KSO_WM_UNIT_NOCLEAR" val="0"/>
  <p:tag name="KSO_WM_UNIT_SHOW_EDIT_AREA_INDICATION" val="1"/>
  <p:tag name="KSO_WM_UNIT_VALUE" val="689"/>
  <p:tag name="KSO_WM_UNIT_HIGHLIGHT" val="0"/>
  <p:tag name="KSO_WM_UNIT_COMPATIBLE" val="0"/>
  <p:tag name="KSO_WM_UNIT_DIAGRAM_ISNUMVISUAL" val="0"/>
  <p:tag name="KSO_WM_UNIT_DIAGRAM_ISREFERUNIT" val="0"/>
  <p:tag name="KSO_WM_UNIT_TYPE" val="f"/>
  <p:tag name="KSO_WM_UNIT_INDEX" val="1"/>
  <p:tag name="KSO_WM_UNIT_ID" val="custom20205176_13*f*1"/>
  <p:tag name="KSO_WM_TEMPLATE_CATEGORY" val="custom"/>
  <p:tag name="KSO_WM_TEMPLATE_INDEX" val="20205176"/>
  <p:tag name="KSO_WM_UNIT_LAYERLEVEL" val="1"/>
  <p:tag name="KSO_WM_TAG_VERSION" val="1.0"/>
  <p:tag name="KSO_WM_BEAUTIFY_FLAG" val="#wm#"/>
</p:tagLst>
</file>

<file path=ppt/tags/tag136.xml><?xml version="1.0" encoding="utf-8"?>
<p:tagLst xmlns:p="http://schemas.openxmlformats.org/presentationml/2006/main">
  <p:tag name="KSO_WM_BEAUTIFY_FLAG" val="#wm#"/>
  <p:tag name="KSO_WM_TEMPLATE_CATEGORY" val="custom"/>
  <p:tag name="KSO_WM_TEMPLATE_INDEX" val="20205176"/>
  <p:tag name="KSO_WM_SLIDE_ID" val="custom20205176_13"/>
  <p:tag name="KSO_WM_TEMPLATE_SUBCATEGORY" val="19"/>
  <p:tag name="KSO_WM_TEMPLATE_MASTER_TYPE" val="0"/>
  <p:tag name="KSO_WM_TEMPLATE_COLOR_TYPE" val="1"/>
  <p:tag name="KSO_WM_SLIDE_ITEM_CNT" val="0"/>
  <p:tag name="KSO_WM_SLIDE_INDEX" val="13"/>
  <p:tag name="KSO_WM_TAG_VERSION" val="1.0"/>
  <p:tag name="KSO_WM_SLIDE_TYPE" val="text"/>
  <p:tag name="KSO_WM_SLIDE_SUBTYPE" val="pureTxt"/>
  <p:tag name="KSO_WM_SLIDE_SIZE" val="863*444"/>
  <p:tag name="KSO_WM_SLIDE_POSITION" val="47*47"/>
  <p:tag name="KSO_WM_SLIDE_LAYOUT" val="a_f"/>
  <p:tag name="KSO_WM_SLIDE_LAYOUT_CNT" val="1_1"/>
  <p:tag name="KSO_WM_UNIT_SHOW_EDIT_AREA_INDICATION" val="1"/>
</p:tagLst>
</file>

<file path=ppt/tags/tag137.xml><?xml version="1.0" encoding="utf-8"?>
<p:tagLst xmlns:p="http://schemas.openxmlformats.org/presentationml/2006/main">
  <p:tag name="KSO_WM_UNIT_ISCONTENTSTITLE" val="0"/>
  <p:tag name="KSO_WM_UNIT_PRESET_TEXT" val="单击此处添加标题"/>
  <p:tag name="KSO_WM_UNIT_NOCLEAR" val="0"/>
  <p:tag name="KSO_WM_UNIT_SHOW_EDIT_AREA_INDICATION" val="1"/>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custom20205176_13*a*1"/>
  <p:tag name="KSO_WM_TEMPLATE_CATEGORY" val="custom"/>
  <p:tag name="KSO_WM_TEMPLATE_INDEX" val="20205176"/>
  <p:tag name="KSO_WM_UNIT_LAYERLEVEL" val="1"/>
  <p:tag name="KSO_WM_TAG_VERSION" val="1.0"/>
  <p:tag name="KSO_WM_BEAUTIFY_FLAG" val="#wm#"/>
  <p:tag name="KSO_WM_UNIT_ISNUMDGMTITLE" val="0"/>
</p:tagLst>
</file>

<file path=ppt/tags/tag138.xml><?xml version="1.0" encoding="utf-8"?>
<p:tagLst xmlns:p="http://schemas.openxmlformats.org/presentationml/2006/main">
  <p:tag name="KSO_WM_UNIT_PRESET_TEXT" val="单击此处添加正文"/>
  <p:tag name="KSO_WM_UNIT_NOCLEAR" val="0"/>
  <p:tag name="KSO_WM_UNIT_SHOW_EDIT_AREA_INDICATION" val="1"/>
  <p:tag name="KSO_WM_UNIT_VALUE" val="689"/>
  <p:tag name="KSO_WM_UNIT_HIGHLIGHT" val="0"/>
  <p:tag name="KSO_WM_UNIT_COMPATIBLE" val="0"/>
  <p:tag name="KSO_WM_UNIT_DIAGRAM_ISNUMVISUAL" val="0"/>
  <p:tag name="KSO_WM_UNIT_DIAGRAM_ISREFERUNIT" val="0"/>
  <p:tag name="KSO_WM_UNIT_TYPE" val="f"/>
  <p:tag name="KSO_WM_UNIT_INDEX" val="1"/>
  <p:tag name="KSO_WM_UNIT_ID" val="custom20205176_13*f*1"/>
  <p:tag name="KSO_WM_TEMPLATE_CATEGORY" val="custom"/>
  <p:tag name="KSO_WM_TEMPLATE_INDEX" val="20205176"/>
  <p:tag name="KSO_WM_UNIT_LAYERLEVEL" val="1"/>
  <p:tag name="KSO_WM_TAG_VERSION" val="1.0"/>
  <p:tag name="KSO_WM_BEAUTIFY_FLAG" val="#wm#"/>
</p:tagLst>
</file>

<file path=ppt/tags/tag139.xml><?xml version="1.0" encoding="utf-8"?>
<p:tagLst xmlns:p="http://schemas.openxmlformats.org/presentationml/2006/main">
  <p:tag name="KSO_WM_BEAUTIFY_FLAG" val="#wm#"/>
  <p:tag name="KSO_WM_TEMPLATE_CATEGORY" val="custom"/>
  <p:tag name="KSO_WM_TEMPLATE_INDEX" val="20205176"/>
  <p:tag name="KSO_WM_SLIDE_ID" val="custom20205176_13"/>
  <p:tag name="KSO_WM_TEMPLATE_SUBCATEGORY" val="19"/>
  <p:tag name="KSO_WM_TEMPLATE_MASTER_TYPE" val="0"/>
  <p:tag name="KSO_WM_TEMPLATE_COLOR_TYPE" val="1"/>
  <p:tag name="KSO_WM_SLIDE_ITEM_CNT" val="0"/>
  <p:tag name="KSO_WM_SLIDE_INDEX" val="13"/>
  <p:tag name="KSO_WM_TAG_VERSION" val="1.0"/>
  <p:tag name="KSO_WM_SLIDE_TYPE" val="text"/>
  <p:tag name="KSO_WM_SLIDE_SUBTYPE" val="pureTxt"/>
  <p:tag name="KSO_WM_SLIDE_SIZE" val="863*444"/>
  <p:tag name="KSO_WM_SLIDE_POSITION" val="47*47"/>
  <p:tag name="KSO_WM_SLIDE_LAYOUT" val="a_f"/>
  <p:tag name="KSO_WM_SLIDE_LAYOUT_CNT" val="1_1"/>
  <p:tag name="KSO_WM_UNIT_SHOW_EDIT_AREA_INDICATION" val="1"/>
</p:tagLst>
</file>

<file path=ppt/tags/tag140.xml><?xml version="1.0" encoding="utf-8"?>
<p:tagLst xmlns:p="http://schemas.openxmlformats.org/presentationml/2006/main">
  <p:tag name="KSO_WM_UNIT_ISCONTENTSTITLE" val="0"/>
  <p:tag name="KSO_WM_UNIT_PRESET_TEXT" val="单击此处添加标题"/>
  <p:tag name="KSO_WM_UNIT_NOCLEAR" val="0"/>
  <p:tag name="KSO_WM_UNIT_SHOW_EDIT_AREA_INDICATION" val="1"/>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custom20205176_13*a*1"/>
  <p:tag name="KSO_WM_TEMPLATE_CATEGORY" val="custom"/>
  <p:tag name="KSO_WM_TEMPLATE_INDEX" val="20205176"/>
  <p:tag name="KSO_WM_UNIT_LAYERLEVEL" val="1"/>
  <p:tag name="KSO_WM_TAG_VERSION" val="1.0"/>
  <p:tag name="KSO_WM_BEAUTIFY_FLAG" val="#wm#"/>
  <p:tag name="KSO_WM_UNIT_ISNUMDGMTITLE" val="0"/>
</p:tagLst>
</file>

<file path=ppt/tags/tag141.xml><?xml version="1.0" encoding="utf-8"?>
<p:tagLst xmlns:p="http://schemas.openxmlformats.org/presentationml/2006/main">
  <p:tag name="KSO_WM_UNIT_PRESET_TEXT" val="单击此处添加正文"/>
  <p:tag name="KSO_WM_UNIT_NOCLEAR" val="0"/>
  <p:tag name="KSO_WM_UNIT_SHOW_EDIT_AREA_INDICATION" val="1"/>
  <p:tag name="KSO_WM_UNIT_VALUE" val="689"/>
  <p:tag name="KSO_WM_UNIT_HIGHLIGHT" val="0"/>
  <p:tag name="KSO_WM_UNIT_COMPATIBLE" val="0"/>
  <p:tag name="KSO_WM_UNIT_DIAGRAM_ISNUMVISUAL" val="0"/>
  <p:tag name="KSO_WM_UNIT_DIAGRAM_ISREFERUNIT" val="0"/>
  <p:tag name="KSO_WM_UNIT_TYPE" val="f"/>
  <p:tag name="KSO_WM_UNIT_INDEX" val="1"/>
  <p:tag name="KSO_WM_UNIT_ID" val="custom20205176_13*f*1"/>
  <p:tag name="KSO_WM_TEMPLATE_CATEGORY" val="custom"/>
  <p:tag name="KSO_WM_TEMPLATE_INDEX" val="20205176"/>
  <p:tag name="KSO_WM_UNIT_LAYERLEVEL" val="1"/>
  <p:tag name="KSO_WM_TAG_VERSION" val="1.0"/>
  <p:tag name="KSO_WM_BEAUTIFY_FLAG" val="#wm#"/>
</p:tagLst>
</file>

<file path=ppt/tags/tag142.xml><?xml version="1.0" encoding="utf-8"?>
<p:tagLst xmlns:p="http://schemas.openxmlformats.org/presentationml/2006/main">
  <p:tag name="KSO_WM_BEAUTIFY_FLAG" val="#wm#"/>
  <p:tag name="KSO_WM_TEMPLATE_CATEGORY" val="custom"/>
  <p:tag name="KSO_WM_TEMPLATE_INDEX" val="20205176"/>
  <p:tag name="KSO_WM_SLIDE_ID" val="custom20205176_13"/>
  <p:tag name="KSO_WM_TEMPLATE_SUBCATEGORY" val="19"/>
  <p:tag name="KSO_WM_TEMPLATE_MASTER_TYPE" val="0"/>
  <p:tag name="KSO_WM_TEMPLATE_COLOR_TYPE" val="1"/>
  <p:tag name="KSO_WM_SLIDE_ITEM_CNT" val="0"/>
  <p:tag name="KSO_WM_SLIDE_INDEX" val="13"/>
  <p:tag name="KSO_WM_TAG_VERSION" val="1.0"/>
  <p:tag name="KSO_WM_SLIDE_TYPE" val="text"/>
  <p:tag name="KSO_WM_SLIDE_SUBTYPE" val="pureTxt"/>
  <p:tag name="KSO_WM_SLIDE_SIZE" val="863*444"/>
  <p:tag name="KSO_WM_SLIDE_POSITION" val="47*47"/>
  <p:tag name="KSO_WM_SLIDE_LAYOUT" val="a_f"/>
  <p:tag name="KSO_WM_SLIDE_LAYOUT_CNT" val="1_1"/>
  <p:tag name="KSO_WM_UNIT_SHOW_EDIT_AREA_INDICATION" val="1"/>
</p:tagLst>
</file>

<file path=ppt/tags/tag143.xml><?xml version="1.0" encoding="utf-8"?>
<p:tagLst xmlns:p="http://schemas.openxmlformats.org/presentationml/2006/main">
  <p:tag name="KSO_WM_UNIT_ISCONTENTSTITLE" val="0"/>
  <p:tag name="KSO_WM_UNIT_PRESET_TEXT" val="单击此处添加标题"/>
  <p:tag name="KSO_WM_UNIT_NOCLEAR" val="0"/>
  <p:tag name="KSO_WM_UNIT_SHOW_EDIT_AREA_INDICATION" val="1"/>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custom20205176_13*a*1"/>
  <p:tag name="KSO_WM_TEMPLATE_CATEGORY" val="custom"/>
  <p:tag name="KSO_WM_TEMPLATE_INDEX" val="20205176"/>
  <p:tag name="KSO_WM_UNIT_LAYERLEVEL" val="1"/>
  <p:tag name="KSO_WM_TAG_VERSION" val="1.0"/>
  <p:tag name="KSO_WM_BEAUTIFY_FLAG" val="#wm#"/>
  <p:tag name="KSO_WM_UNIT_ISNUMDGMTITLE" val="0"/>
</p:tagLst>
</file>

<file path=ppt/tags/tag144.xml><?xml version="1.0" encoding="utf-8"?>
<p:tagLst xmlns:p="http://schemas.openxmlformats.org/presentationml/2006/main">
  <p:tag name="KSO_WM_UNIT_PRESET_TEXT" val="单击此处添加正文"/>
  <p:tag name="KSO_WM_UNIT_NOCLEAR" val="0"/>
  <p:tag name="KSO_WM_UNIT_SHOW_EDIT_AREA_INDICATION" val="1"/>
  <p:tag name="KSO_WM_UNIT_VALUE" val="689"/>
  <p:tag name="KSO_WM_UNIT_HIGHLIGHT" val="0"/>
  <p:tag name="KSO_WM_UNIT_COMPATIBLE" val="0"/>
  <p:tag name="KSO_WM_UNIT_DIAGRAM_ISNUMVISUAL" val="0"/>
  <p:tag name="KSO_WM_UNIT_DIAGRAM_ISREFERUNIT" val="0"/>
  <p:tag name="KSO_WM_UNIT_TYPE" val="f"/>
  <p:tag name="KSO_WM_UNIT_INDEX" val="1"/>
  <p:tag name="KSO_WM_UNIT_ID" val="custom20205176_13*f*1"/>
  <p:tag name="KSO_WM_TEMPLATE_CATEGORY" val="custom"/>
  <p:tag name="KSO_WM_TEMPLATE_INDEX" val="20205176"/>
  <p:tag name="KSO_WM_UNIT_LAYERLEVEL" val="1"/>
  <p:tag name="KSO_WM_TAG_VERSION" val="1.0"/>
  <p:tag name="KSO_WM_BEAUTIFY_FLAG" val="#wm#"/>
</p:tagLst>
</file>

<file path=ppt/tags/tag145.xml><?xml version="1.0" encoding="utf-8"?>
<p:tagLst xmlns:p="http://schemas.openxmlformats.org/presentationml/2006/main">
  <p:tag name="KSO_WM_BEAUTIFY_FLAG" val="#wm#"/>
  <p:tag name="KSO_WM_TEMPLATE_CATEGORY" val="custom"/>
  <p:tag name="KSO_WM_TEMPLATE_INDEX" val="20205176"/>
  <p:tag name="KSO_WM_SLIDE_ID" val="custom20205176_13"/>
  <p:tag name="KSO_WM_TEMPLATE_SUBCATEGORY" val="19"/>
  <p:tag name="KSO_WM_TEMPLATE_MASTER_TYPE" val="0"/>
  <p:tag name="KSO_WM_TEMPLATE_COLOR_TYPE" val="1"/>
  <p:tag name="KSO_WM_SLIDE_ITEM_CNT" val="0"/>
  <p:tag name="KSO_WM_SLIDE_INDEX" val="13"/>
  <p:tag name="KSO_WM_TAG_VERSION" val="1.0"/>
  <p:tag name="KSO_WM_SLIDE_TYPE" val="text"/>
  <p:tag name="KSO_WM_SLIDE_SUBTYPE" val="pureTxt"/>
  <p:tag name="KSO_WM_SLIDE_SIZE" val="863*444"/>
  <p:tag name="KSO_WM_SLIDE_POSITION" val="47*47"/>
  <p:tag name="KSO_WM_SLIDE_LAYOUT" val="a_f"/>
  <p:tag name="KSO_WM_SLIDE_LAYOUT_CNT" val="1_1"/>
  <p:tag name="KSO_WM_UNIT_SHOW_EDIT_AREA_INDICATION" val="1"/>
</p:tagLst>
</file>

<file path=ppt/tags/tag146.xml><?xml version="1.0" encoding="utf-8"?>
<p:tagLst xmlns:p="http://schemas.openxmlformats.org/presentationml/2006/main">
  <p:tag name="KSO_WM_UNIT_ISCONTENTSTITLE" val="0"/>
  <p:tag name="KSO_WM_UNIT_PRESET_TEXT" val="单击此处添加标题"/>
  <p:tag name="KSO_WM_UNIT_NOCLEAR" val="0"/>
  <p:tag name="KSO_WM_UNIT_SHOW_EDIT_AREA_INDICATION" val="1"/>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custom20205176_13*a*1"/>
  <p:tag name="KSO_WM_TEMPLATE_CATEGORY" val="custom"/>
  <p:tag name="KSO_WM_TEMPLATE_INDEX" val="20205176"/>
  <p:tag name="KSO_WM_UNIT_LAYERLEVEL" val="1"/>
  <p:tag name="KSO_WM_TAG_VERSION" val="1.0"/>
  <p:tag name="KSO_WM_BEAUTIFY_FLAG" val="#wm#"/>
  <p:tag name="KSO_WM_UNIT_ISNUMDGMTITLE" val="0"/>
</p:tagLst>
</file>

<file path=ppt/tags/tag147.xml><?xml version="1.0" encoding="utf-8"?>
<p:tagLst xmlns:p="http://schemas.openxmlformats.org/presentationml/2006/main">
  <p:tag name="KSO_WM_UNIT_PRESET_TEXT" val="单击此处添加正文"/>
  <p:tag name="KSO_WM_UNIT_NOCLEAR" val="0"/>
  <p:tag name="KSO_WM_UNIT_SHOW_EDIT_AREA_INDICATION" val="1"/>
  <p:tag name="KSO_WM_UNIT_VALUE" val="689"/>
  <p:tag name="KSO_WM_UNIT_HIGHLIGHT" val="0"/>
  <p:tag name="KSO_WM_UNIT_COMPATIBLE" val="0"/>
  <p:tag name="KSO_WM_UNIT_DIAGRAM_ISNUMVISUAL" val="0"/>
  <p:tag name="KSO_WM_UNIT_DIAGRAM_ISREFERUNIT" val="0"/>
  <p:tag name="KSO_WM_UNIT_TYPE" val="f"/>
  <p:tag name="KSO_WM_UNIT_INDEX" val="1"/>
  <p:tag name="KSO_WM_UNIT_ID" val="custom20205176_13*f*1"/>
  <p:tag name="KSO_WM_TEMPLATE_CATEGORY" val="custom"/>
  <p:tag name="KSO_WM_TEMPLATE_INDEX" val="20205176"/>
  <p:tag name="KSO_WM_UNIT_LAYERLEVEL" val="1"/>
  <p:tag name="KSO_WM_TAG_VERSION" val="1.0"/>
  <p:tag name="KSO_WM_BEAUTIFY_FLAG" val="#wm#"/>
</p:tagLst>
</file>

<file path=ppt/tags/tag148.xml><?xml version="1.0" encoding="utf-8"?>
<p:tagLst xmlns:p="http://schemas.openxmlformats.org/presentationml/2006/main">
  <p:tag name="KSO_WM_BEAUTIFY_FLAG" val="#wm#"/>
  <p:tag name="KSO_WM_TEMPLATE_CATEGORY" val="custom"/>
  <p:tag name="KSO_WM_TEMPLATE_INDEX" val="20205176"/>
  <p:tag name="KSO_WM_SLIDE_ID" val="custom20205176_13"/>
  <p:tag name="KSO_WM_TEMPLATE_SUBCATEGORY" val="19"/>
  <p:tag name="KSO_WM_TEMPLATE_MASTER_TYPE" val="0"/>
  <p:tag name="KSO_WM_TEMPLATE_COLOR_TYPE" val="1"/>
  <p:tag name="KSO_WM_SLIDE_ITEM_CNT" val="0"/>
  <p:tag name="KSO_WM_SLIDE_INDEX" val="13"/>
  <p:tag name="KSO_WM_TAG_VERSION" val="1.0"/>
  <p:tag name="KSO_WM_SLIDE_TYPE" val="text"/>
  <p:tag name="KSO_WM_SLIDE_SUBTYPE" val="pureTxt"/>
  <p:tag name="KSO_WM_SLIDE_SIZE" val="863*444"/>
  <p:tag name="KSO_WM_SLIDE_POSITION" val="47*47"/>
  <p:tag name="KSO_WM_SLIDE_LAYOUT" val="a_f"/>
  <p:tag name="KSO_WM_SLIDE_LAYOUT_CNT" val="1_1"/>
  <p:tag name="KSO_WM_UNIT_SHOW_EDIT_AREA_INDICATION" val="1"/>
</p:tagLst>
</file>

<file path=ppt/tags/tag149.xml><?xml version="1.0" encoding="utf-8"?>
<p:tagLst xmlns:p="http://schemas.openxmlformats.org/presentationml/2006/main">
  <p:tag name="KSO_WM_UNIT_ISCONTENTSTITLE" val="0"/>
  <p:tag name="KSO_WM_UNIT_PRESET_TEXT" val="单击此处添加标题"/>
  <p:tag name="KSO_WM_UNIT_NOCLEAR" val="0"/>
  <p:tag name="KSO_WM_UNIT_SHOW_EDIT_AREA_INDICATION" val="1"/>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custom20205176_13*a*1"/>
  <p:tag name="KSO_WM_TEMPLATE_CATEGORY" val="custom"/>
  <p:tag name="KSO_WM_TEMPLATE_INDEX" val="20205176"/>
  <p:tag name="KSO_WM_UNIT_LAYERLEVEL" val="1"/>
  <p:tag name="KSO_WM_TAG_VERSION" val="1.0"/>
  <p:tag name="KSO_WM_BEAUTIFY_FLAG" val="#wm#"/>
  <p:tag name="KSO_WM_UNIT_ISNUMDGMTITLE" val="0"/>
</p:tagLst>
</file>

<file path=ppt/tags/tag150.xml><?xml version="1.0" encoding="utf-8"?>
<p:tagLst xmlns:p="http://schemas.openxmlformats.org/presentationml/2006/main">
  <p:tag name="KSO_WM_UNIT_PRESET_TEXT" val="单击此处添加正文"/>
  <p:tag name="KSO_WM_UNIT_NOCLEAR" val="0"/>
  <p:tag name="KSO_WM_UNIT_SHOW_EDIT_AREA_INDICATION" val="1"/>
  <p:tag name="KSO_WM_UNIT_VALUE" val="689"/>
  <p:tag name="KSO_WM_UNIT_HIGHLIGHT" val="0"/>
  <p:tag name="KSO_WM_UNIT_COMPATIBLE" val="0"/>
  <p:tag name="KSO_WM_UNIT_DIAGRAM_ISNUMVISUAL" val="0"/>
  <p:tag name="KSO_WM_UNIT_DIAGRAM_ISREFERUNIT" val="0"/>
  <p:tag name="KSO_WM_UNIT_TYPE" val="f"/>
  <p:tag name="KSO_WM_UNIT_INDEX" val="1"/>
  <p:tag name="KSO_WM_UNIT_ID" val="custom20205176_13*f*1"/>
  <p:tag name="KSO_WM_TEMPLATE_CATEGORY" val="custom"/>
  <p:tag name="KSO_WM_TEMPLATE_INDEX" val="20205176"/>
  <p:tag name="KSO_WM_UNIT_LAYERLEVEL" val="1"/>
  <p:tag name="KSO_WM_TAG_VERSION" val="1.0"/>
  <p:tag name="KSO_WM_BEAUTIFY_FLAG" val="#wm#"/>
</p:tagLst>
</file>

<file path=ppt/tags/tag151.xml><?xml version="1.0" encoding="utf-8"?>
<p:tagLst xmlns:p="http://schemas.openxmlformats.org/presentationml/2006/main">
  <p:tag name="KSO_WM_BEAUTIFY_FLAG" val="#wm#"/>
  <p:tag name="KSO_WM_TEMPLATE_CATEGORY" val="custom"/>
  <p:tag name="KSO_WM_TEMPLATE_INDEX" val="20205176"/>
  <p:tag name="KSO_WM_SLIDE_ID" val="custom20205176_13"/>
  <p:tag name="KSO_WM_TEMPLATE_SUBCATEGORY" val="19"/>
  <p:tag name="KSO_WM_TEMPLATE_MASTER_TYPE" val="0"/>
  <p:tag name="KSO_WM_TEMPLATE_COLOR_TYPE" val="1"/>
  <p:tag name="KSO_WM_SLIDE_ITEM_CNT" val="0"/>
  <p:tag name="KSO_WM_SLIDE_INDEX" val="13"/>
  <p:tag name="KSO_WM_TAG_VERSION" val="1.0"/>
  <p:tag name="KSO_WM_SLIDE_TYPE" val="text"/>
  <p:tag name="KSO_WM_SLIDE_SUBTYPE" val="pureTxt"/>
  <p:tag name="KSO_WM_SLIDE_SIZE" val="863*444"/>
  <p:tag name="KSO_WM_SLIDE_POSITION" val="47*47"/>
  <p:tag name="KSO_WM_SLIDE_LAYOUT" val="a_f"/>
  <p:tag name="KSO_WM_SLIDE_LAYOUT_CNT" val="1_1"/>
  <p:tag name="KSO_WM_UNIT_SHOW_EDIT_AREA_INDICATION" val="1"/>
</p:tagLst>
</file>

<file path=ppt/tags/tag152.xml><?xml version="1.0" encoding="utf-8"?>
<p:tagLst xmlns:p="http://schemas.openxmlformats.org/presentationml/2006/main">
  <p:tag name="KSO_WM_UNIT_ISCONTENTSTITLE" val="0"/>
  <p:tag name="KSO_WM_UNIT_PRESET_TEXT" val="单击此处添加标题"/>
  <p:tag name="KSO_WM_UNIT_NOCLEAR" val="0"/>
  <p:tag name="KSO_WM_UNIT_SHOW_EDIT_AREA_INDICATION" val="1"/>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custom20205176_13*a*1"/>
  <p:tag name="KSO_WM_TEMPLATE_CATEGORY" val="custom"/>
  <p:tag name="KSO_WM_TEMPLATE_INDEX" val="20205176"/>
  <p:tag name="KSO_WM_UNIT_LAYERLEVEL" val="1"/>
  <p:tag name="KSO_WM_TAG_VERSION" val="1.0"/>
  <p:tag name="KSO_WM_BEAUTIFY_FLAG" val="#wm#"/>
  <p:tag name="KSO_WM_UNIT_ISNUMDGMTITLE" val="0"/>
</p:tagLst>
</file>

<file path=ppt/tags/tag153.xml><?xml version="1.0" encoding="utf-8"?>
<p:tagLst xmlns:p="http://schemas.openxmlformats.org/presentationml/2006/main">
  <p:tag name="KSO_WM_UNIT_PRESET_TEXT" val="单击此处添加正文"/>
  <p:tag name="KSO_WM_UNIT_NOCLEAR" val="0"/>
  <p:tag name="KSO_WM_UNIT_SHOW_EDIT_AREA_INDICATION" val="1"/>
  <p:tag name="KSO_WM_UNIT_VALUE" val="689"/>
  <p:tag name="KSO_WM_UNIT_HIGHLIGHT" val="0"/>
  <p:tag name="KSO_WM_UNIT_COMPATIBLE" val="0"/>
  <p:tag name="KSO_WM_UNIT_DIAGRAM_ISNUMVISUAL" val="0"/>
  <p:tag name="KSO_WM_UNIT_DIAGRAM_ISREFERUNIT" val="0"/>
  <p:tag name="KSO_WM_UNIT_TYPE" val="f"/>
  <p:tag name="KSO_WM_UNIT_INDEX" val="1"/>
  <p:tag name="KSO_WM_UNIT_ID" val="custom20205176_13*f*1"/>
  <p:tag name="KSO_WM_TEMPLATE_CATEGORY" val="custom"/>
  <p:tag name="KSO_WM_TEMPLATE_INDEX" val="20205176"/>
  <p:tag name="KSO_WM_UNIT_LAYERLEVEL" val="1"/>
  <p:tag name="KSO_WM_TAG_VERSION" val="1.0"/>
  <p:tag name="KSO_WM_BEAUTIFY_FLAG" val="#wm#"/>
</p:tagLst>
</file>

<file path=ppt/tags/tag154.xml><?xml version="1.0" encoding="utf-8"?>
<p:tagLst xmlns:p="http://schemas.openxmlformats.org/presentationml/2006/main">
  <p:tag name="KSO_WM_BEAUTIFY_FLAG" val="#wm#"/>
  <p:tag name="KSO_WM_TEMPLATE_CATEGORY" val="custom"/>
  <p:tag name="KSO_WM_TEMPLATE_INDEX" val="20205176"/>
  <p:tag name="KSO_WM_SLIDE_ID" val="custom20205176_13"/>
  <p:tag name="KSO_WM_TEMPLATE_SUBCATEGORY" val="19"/>
  <p:tag name="KSO_WM_TEMPLATE_MASTER_TYPE" val="0"/>
  <p:tag name="KSO_WM_TEMPLATE_COLOR_TYPE" val="1"/>
  <p:tag name="KSO_WM_SLIDE_ITEM_CNT" val="0"/>
  <p:tag name="KSO_WM_SLIDE_INDEX" val="13"/>
  <p:tag name="KSO_WM_TAG_VERSION" val="1.0"/>
  <p:tag name="KSO_WM_SLIDE_TYPE" val="text"/>
  <p:tag name="KSO_WM_SLIDE_SUBTYPE" val="pureTxt"/>
  <p:tag name="KSO_WM_SLIDE_SIZE" val="863*444"/>
  <p:tag name="KSO_WM_SLIDE_POSITION" val="47*47"/>
  <p:tag name="KSO_WM_SLIDE_LAYOUT" val="a_f"/>
  <p:tag name="KSO_WM_SLIDE_LAYOUT_CNT" val="1_1"/>
  <p:tag name="KSO_WM_UNIT_SHOW_EDIT_AREA_INDICATION" val="1"/>
</p:tagLst>
</file>

<file path=ppt/tags/tag155.xml><?xml version="1.0" encoding="utf-8"?>
<p:tagLst xmlns:p="http://schemas.openxmlformats.org/presentationml/2006/main">
  <p:tag name="KSO_WM_UNIT_ISCONTENTSTITLE" val="0"/>
  <p:tag name="KSO_WM_UNIT_PRESET_TEXT" val="单击此处添加标题"/>
  <p:tag name="KSO_WM_UNIT_NOCLEAR" val="0"/>
  <p:tag name="KSO_WM_UNIT_SHOW_EDIT_AREA_INDICATION" val="1"/>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custom20205176_13*a*1"/>
  <p:tag name="KSO_WM_TEMPLATE_CATEGORY" val="custom"/>
  <p:tag name="KSO_WM_TEMPLATE_INDEX" val="20205176"/>
  <p:tag name="KSO_WM_UNIT_LAYERLEVEL" val="1"/>
  <p:tag name="KSO_WM_TAG_VERSION" val="1.0"/>
  <p:tag name="KSO_WM_BEAUTIFY_FLAG" val="#wm#"/>
  <p:tag name="KSO_WM_UNIT_ISNUMDGMTITLE" val="0"/>
</p:tagLst>
</file>

<file path=ppt/tags/tag156.xml><?xml version="1.0" encoding="utf-8"?>
<p:tagLst xmlns:p="http://schemas.openxmlformats.org/presentationml/2006/main">
  <p:tag name="KSO_WM_UNIT_PRESET_TEXT" val="单击此处添加正文"/>
  <p:tag name="KSO_WM_UNIT_NOCLEAR" val="0"/>
  <p:tag name="KSO_WM_UNIT_SHOW_EDIT_AREA_INDICATION" val="1"/>
  <p:tag name="KSO_WM_UNIT_VALUE" val="689"/>
  <p:tag name="KSO_WM_UNIT_HIGHLIGHT" val="0"/>
  <p:tag name="KSO_WM_UNIT_COMPATIBLE" val="0"/>
  <p:tag name="KSO_WM_UNIT_DIAGRAM_ISNUMVISUAL" val="0"/>
  <p:tag name="KSO_WM_UNIT_DIAGRAM_ISREFERUNIT" val="0"/>
  <p:tag name="KSO_WM_UNIT_TYPE" val="f"/>
  <p:tag name="KSO_WM_UNIT_INDEX" val="1"/>
  <p:tag name="KSO_WM_UNIT_ID" val="custom20205176_13*f*1"/>
  <p:tag name="KSO_WM_TEMPLATE_CATEGORY" val="custom"/>
  <p:tag name="KSO_WM_TEMPLATE_INDEX" val="20205176"/>
  <p:tag name="KSO_WM_UNIT_LAYERLEVEL" val="1"/>
  <p:tag name="KSO_WM_TAG_VERSION" val="1.0"/>
  <p:tag name="KSO_WM_BEAUTIFY_FLAG" val="#wm#"/>
</p:tagLst>
</file>

<file path=ppt/tags/tag157.xml><?xml version="1.0" encoding="utf-8"?>
<p:tagLst xmlns:p="http://schemas.openxmlformats.org/presentationml/2006/main">
  <p:tag name="KSO_WM_BEAUTIFY_FLAG" val="#wm#"/>
  <p:tag name="KSO_WM_TEMPLATE_CATEGORY" val="custom"/>
  <p:tag name="KSO_WM_TEMPLATE_INDEX" val="20205176"/>
  <p:tag name="KSO_WM_SLIDE_ID" val="custom20205176_13"/>
  <p:tag name="KSO_WM_TEMPLATE_SUBCATEGORY" val="19"/>
  <p:tag name="KSO_WM_TEMPLATE_MASTER_TYPE" val="0"/>
  <p:tag name="KSO_WM_TEMPLATE_COLOR_TYPE" val="1"/>
  <p:tag name="KSO_WM_SLIDE_ITEM_CNT" val="0"/>
  <p:tag name="KSO_WM_SLIDE_INDEX" val="13"/>
  <p:tag name="KSO_WM_TAG_VERSION" val="1.0"/>
  <p:tag name="KSO_WM_SLIDE_TYPE" val="text"/>
  <p:tag name="KSO_WM_SLIDE_SUBTYPE" val="pureTxt"/>
  <p:tag name="KSO_WM_SLIDE_SIZE" val="863*444"/>
  <p:tag name="KSO_WM_SLIDE_POSITION" val="47*47"/>
  <p:tag name="KSO_WM_SLIDE_LAYOUT" val="a_f"/>
  <p:tag name="KSO_WM_SLIDE_LAYOUT_CNT" val="1_1"/>
  <p:tag name="KSO_WM_UNIT_SHOW_EDIT_AREA_INDICATION" val="1"/>
</p:tagLst>
</file>

<file path=ppt/tags/tag158.xml><?xml version="1.0" encoding="utf-8"?>
<p:tagLst xmlns:p="http://schemas.openxmlformats.org/presentationml/2006/main">
  <p:tag name="KSO_WM_UNIT_ISCONTENTSTITLE" val="0"/>
  <p:tag name="KSO_WM_UNIT_PRESET_TEXT" val="单击此处添加标题"/>
  <p:tag name="KSO_WM_UNIT_NOCLEAR" val="0"/>
  <p:tag name="KSO_WM_UNIT_SHOW_EDIT_AREA_INDICATION" val="1"/>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custom20205176_13*a*1"/>
  <p:tag name="KSO_WM_TEMPLATE_CATEGORY" val="custom"/>
  <p:tag name="KSO_WM_TEMPLATE_INDEX" val="20205176"/>
  <p:tag name="KSO_WM_UNIT_LAYERLEVEL" val="1"/>
  <p:tag name="KSO_WM_TAG_VERSION" val="1.0"/>
  <p:tag name="KSO_WM_BEAUTIFY_FLAG" val="#wm#"/>
  <p:tag name="KSO_WM_UNIT_ISNUMDGMTITLE" val="0"/>
</p:tagLst>
</file>

<file path=ppt/tags/tag159.xml><?xml version="1.0" encoding="utf-8"?>
<p:tagLst xmlns:p="http://schemas.openxmlformats.org/presentationml/2006/main">
  <p:tag name="KSO_WM_UNIT_PRESET_TEXT" val="单击此处添加正文"/>
  <p:tag name="KSO_WM_UNIT_NOCLEAR" val="0"/>
  <p:tag name="KSO_WM_UNIT_SHOW_EDIT_AREA_INDICATION" val="1"/>
  <p:tag name="KSO_WM_UNIT_VALUE" val="689"/>
  <p:tag name="KSO_WM_UNIT_HIGHLIGHT" val="0"/>
  <p:tag name="KSO_WM_UNIT_COMPATIBLE" val="0"/>
  <p:tag name="KSO_WM_UNIT_DIAGRAM_ISNUMVISUAL" val="0"/>
  <p:tag name="KSO_WM_UNIT_DIAGRAM_ISREFERUNIT" val="0"/>
  <p:tag name="KSO_WM_UNIT_TYPE" val="f"/>
  <p:tag name="KSO_WM_UNIT_INDEX" val="1"/>
  <p:tag name="KSO_WM_UNIT_ID" val="custom20205176_13*f*1"/>
  <p:tag name="KSO_WM_TEMPLATE_CATEGORY" val="custom"/>
  <p:tag name="KSO_WM_TEMPLATE_INDEX" val="20205176"/>
  <p:tag name="KSO_WM_UNIT_LAYERLEVEL" val="1"/>
  <p:tag name="KSO_WM_TAG_VERSION" val="1.0"/>
  <p:tag name="KSO_WM_BEAUTIFY_FLAG" val="#wm#"/>
</p:tagLst>
</file>

<file path=ppt/tags/tag160.xml><?xml version="1.0" encoding="utf-8"?>
<p:tagLst xmlns:p="http://schemas.openxmlformats.org/presentationml/2006/main">
  <p:tag name="KSO_WM_BEAUTIFY_FLAG" val="#wm#"/>
  <p:tag name="KSO_WM_TEMPLATE_CATEGORY" val="custom"/>
  <p:tag name="KSO_WM_TEMPLATE_INDEX" val="20205176"/>
  <p:tag name="KSO_WM_SLIDE_ID" val="custom20205176_13"/>
  <p:tag name="KSO_WM_TEMPLATE_SUBCATEGORY" val="19"/>
  <p:tag name="KSO_WM_TEMPLATE_MASTER_TYPE" val="0"/>
  <p:tag name="KSO_WM_TEMPLATE_COLOR_TYPE" val="1"/>
  <p:tag name="KSO_WM_SLIDE_ITEM_CNT" val="0"/>
  <p:tag name="KSO_WM_SLIDE_INDEX" val="13"/>
  <p:tag name="KSO_WM_TAG_VERSION" val="1.0"/>
  <p:tag name="KSO_WM_SLIDE_TYPE" val="text"/>
  <p:tag name="KSO_WM_SLIDE_SUBTYPE" val="pureTxt"/>
  <p:tag name="KSO_WM_SLIDE_SIZE" val="863*444"/>
  <p:tag name="KSO_WM_SLIDE_POSITION" val="47*47"/>
  <p:tag name="KSO_WM_SLIDE_LAYOUT" val="a_f"/>
  <p:tag name="KSO_WM_SLIDE_LAYOUT_CNT" val="1_1"/>
  <p:tag name="KSO_WM_UNIT_SHOW_EDIT_AREA_INDICATION" val="1"/>
</p:tagLst>
</file>

<file path=ppt/tags/tag161.xml><?xml version="1.0" encoding="utf-8"?>
<p:tagLst xmlns:p="http://schemas.openxmlformats.org/presentationml/2006/main">
  <p:tag name="KSO_WM_UNIT_ISCONTENTSTITLE" val="0"/>
  <p:tag name="KSO_WM_UNIT_PRESET_TEXT" val="单击此处添加标题"/>
  <p:tag name="KSO_WM_UNIT_NOCLEAR" val="0"/>
  <p:tag name="KSO_WM_UNIT_SHOW_EDIT_AREA_INDICATION" val="1"/>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custom20205176_13*a*1"/>
  <p:tag name="KSO_WM_TEMPLATE_CATEGORY" val="custom"/>
  <p:tag name="KSO_WM_TEMPLATE_INDEX" val="20205176"/>
  <p:tag name="KSO_WM_UNIT_LAYERLEVEL" val="1"/>
  <p:tag name="KSO_WM_TAG_VERSION" val="1.0"/>
  <p:tag name="KSO_WM_BEAUTIFY_FLAG" val="#wm#"/>
  <p:tag name="KSO_WM_UNIT_ISNUMDGMTITLE" val="0"/>
</p:tagLst>
</file>

<file path=ppt/tags/tag162.xml><?xml version="1.0" encoding="utf-8"?>
<p:tagLst xmlns:p="http://schemas.openxmlformats.org/presentationml/2006/main">
  <p:tag name="KSO_WM_BEAUTIFY_FLAG" val="#wm#"/>
  <p:tag name="KSO_WM_TEMPLATE_CATEGORY" val="custom"/>
  <p:tag name="KSO_WM_TEMPLATE_INDEX" val="20205176"/>
  <p:tag name="KSO_WM_SLIDE_ID" val="custom20205176_13"/>
  <p:tag name="KSO_WM_TEMPLATE_SUBCATEGORY" val="19"/>
  <p:tag name="KSO_WM_TEMPLATE_MASTER_TYPE" val="0"/>
  <p:tag name="KSO_WM_TEMPLATE_COLOR_TYPE" val="1"/>
  <p:tag name="KSO_WM_SLIDE_ITEM_CNT" val="0"/>
  <p:tag name="KSO_WM_SLIDE_INDEX" val="13"/>
  <p:tag name="KSO_WM_TAG_VERSION" val="1.0"/>
  <p:tag name="KSO_WM_SLIDE_TYPE" val="text"/>
  <p:tag name="KSO_WM_SLIDE_SUBTYPE" val="pureTxt"/>
  <p:tag name="KSO_WM_SLIDE_SIZE" val="863*444"/>
  <p:tag name="KSO_WM_SLIDE_POSITION" val="47*47"/>
  <p:tag name="KSO_WM_SLIDE_LAYOUT" val="a_f"/>
  <p:tag name="KSO_WM_SLIDE_LAYOUT_CNT" val="1_1"/>
  <p:tag name="KSO_WM_UNIT_SHOW_EDIT_AREA_INDICATION" val="1"/>
</p:tagLst>
</file>

<file path=ppt/tags/tag163.xml><?xml version="1.0" encoding="utf-8"?>
<p:tagLst xmlns:p="http://schemas.openxmlformats.org/presentationml/2006/main">
  <p:tag name="KSO_WM_UNIT_ISCONTENTSTITLE" val="0"/>
  <p:tag name="KSO_WM_UNIT_PRESET_TEXT" val="单击此处添加标题"/>
  <p:tag name="KSO_WM_UNIT_NOCLEAR" val="0"/>
  <p:tag name="KSO_WM_UNIT_SHOW_EDIT_AREA_INDICATION" val="1"/>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custom20205176_13*a*1"/>
  <p:tag name="KSO_WM_TEMPLATE_CATEGORY" val="custom"/>
  <p:tag name="KSO_WM_TEMPLATE_INDEX" val="20205176"/>
  <p:tag name="KSO_WM_UNIT_LAYERLEVEL" val="1"/>
  <p:tag name="KSO_WM_TAG_VERSION" val="1.0"/>
  <p:tag name="KSO_WM_BEAUTIFY_FLAG" val="#wm#"/>
  <p:tag name="KSO_WM_UNIT_ISNUMDGMTITLE" val="0"/>
</p:tagLst>
</file>

<file path=ppt/tags/tag164.xml><?xml version="1.0" encoding="utf-8"?>
<p:tagLst xmlns:p="http://schemas.openxmlformats.org/presentationml/2006/main">
  <p:tag name="KSO_WM_UNIT_PRESET_TEXT" val="单击此处添加正文"/>
  <p:tag name="KSO_WM_UNIT_NOCLEAR" val="0"/>
  <p:tag name="KSO_WM_UNIT_SHOW_EDIT_AREA_INDICATION" val="1"/>
  <p:tag name="KSO_WM_UNIT_VALUE" val="689"/>
  <p:tag name="KSO_WM_UNIT_HIGHLIGHT" val="0"/>
  <p:tag name="KSO_WM_UNIT_COMPATIBLE" val="0"/>
  <p:tag name="KSO_WM_UNIT_DIAGRAM_ISNUMVISUAL" val="0"/>
  <p:tag name="KSO_WM_UNIT_DIAGRAM_ISREFERUNIT" val="0"/>
  <p:tag name="KSO_WM_UNIT_TYPE" val="f"/>
  <p:tag name="KSO_WM_UNIT_INDEX" val="1"/>
  <p:tag name="KSO_WM_UNIT_ID" val="custom20205176_13*f*1"/>
  <p:tag name="KSO_WM_TEMPLATE_CATEGORY" val="custom"/>
  <p:tag name="KSO_WM_TEMPLATE_INDEX" val="20205176"/>
  <p:tag name="KSO_WM_UNIT_LAYERLEVEL" val="1"/>
  <p:tag name="KSO_WM_TAG_VERSION" val="1.0"/>
  <p:tag name="KSO_WM_BEAUTIFY_FLAG" val="#wm#"/>
</p:tagLst>
</file>

<file path=ppt/tags/tag165.xml><?xml version="1.0" encoding="utf-8"?>
<p:tagLst xmlns:p="http://schemas.openxmlformats.org/presentationml/2006/main">
  <p:tag name="KSO_WM_BEAUTIFY_FLAG" val="#wm#"/>
  <p:tag name="KSO_WM_TEMPLATE_CATEGORY" val="custom"/>
  <p:tag name="KSO_WM_TEMPLATE_INDEX" val="20205176"/>
  <p:tag name="KSO_WM_SLIDE_ID" val="custom20205176_13"/>
  <p:tag name="KSO_WM_TEMPLATE_SUBCATEGORY" val="19"/>
  <p:tag name="KSO_WM_TEMPLATE_MASTER_TYPE" val="0"/>
  <p:tag name="KSO_WM_TEMPLATE_COLOR_TYPE" val="1"/>
  <p:tag name="KSO_WM_SLIDE_ITEM_CNT" val="0"/>
  <p:tag name="KSO_WM_SLIDE_INDEX" val="13"/>
  <p:tag name="KSO_WM_TAG_VERSION" val="1.0"/>
  <p:tag name="KSO_WM_SLIDE_TYPE" val="text"/>
  <p:tag name="KSO_WM_SLIDE_SUBTYPE" val="pureTxt"/>
  <p:tag name="KSO_WM_SLIDE_SIZE" val="863*444"/>
  <p:tag name="KSO_WM_SLIDE_POSITION" val="47*47"/>
  <p:tag name="KSO_WM_SLIDE_LAYOUT" val="a_f"/>
  <p:tag name="KSO_WM_SLIDE_LAYOUT_CNT" val="1_1"/>
  <p:tag name="KSO_WM_UNIT_SHOW_EDIT_AREA_INDICATION" val="1"/>
</p:tagLst>
</file>

<file path=ppt/tags/tag166.xml><?xml version="1.0" encoding="utf-8"?>
<p:tagLst xmlns:p="http://schemas.openxmlformats.org/presentationml/2006/main">
  <p:tag name="KSO_WM_UNIT_ISCONTENTSTITLE" val="0"/>
  <p:tag name="KSO_WM_UNIT_PRESET_TEXT" val="单击此处添加标题"/>
  <p:tag name="KSO_WM_UNIT_NOCLEAR" val="0"/>
  <p:tag name="KSO_WM_UNIT_SHOW_EDIT_AREA_INDICATION" val="1"/>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custom20205176_13*a*1"/>
  <p:tag name="KSO_WM_TEMPLATE_CATEGORY" val="custom"/>
  <p:tag name="KSO_WM_TEMPLATE_INDEX" val="20205176"/>
  <p:tag name="KSO_WM_UNIT_LAYERLEVEL" val="1"/>
  <p:tag name="KSO_WM_TAG_VERSION" val="1.0"/>
  <p:tag name="KSO_WM_BEAUTIFY_FLAG" val="#wm#"/>
  <p:tag name="KSO_WM_UNIT_ISNUMDGMTITLE" val="0"/>
</p:tagLst>
</file>

<file path=ppt/tags/tag167.xml><?xml version="1.0" encoding="utf-8"?>
<p:tagLst xmlns:p="http://schemas.openxmlformats.org/presentationml/2006/main">
  <p:tag name="KSO_WM_UNIT_PRESET_TEXT" val="单击此处添加正文"/>
  <p:tag name="KSO_WM_UNIT_NOCLEAR" val="0"/>
  <p:tag name="KSO_WM_UNIT_SHOW_EDIT_AREA_INDICATION" val="1"/>
  <p:tag name="KSO_WM_UNIT_VALUE" val="689"/>
  <p:tag name="KSO_WM_UNIT_HIGHLIGHT" val="0"/>
  <p:tag name="KSO_WM_UNIT_COMPATIBLE" val="0"/>
  <p:tag name="KSO_WM_UNIT_DIAGRAM_ISNUMVISUAL" val="0"/>
  <p:tag name="KSO_WM_UNIT_DIAGRAM_ISREFERUNIT" val="0"/>
  <p:tag name="KSO_WM_UNIT_TYPE" val="f"/>
  <p:tag name="KSO_WM_UNIT_INDEX" val="1"/>
  <p:tag name="KSO_WM_UNIT_ID" val="custom20205176_13*f*1"/>
  <p:tag name="KSO_WM_TEMPLATE_CATEGORY" val="custom"/>
  <p:tag name="KSO_WM_TEMPLATE_INDEX" val="20205176"/>
  <p:tag name="KSO_WM_UNIT_LAYERLEVEL" val="1"/>
  <p:tag name="KSO_WM_TAG_VERSION" val="1.0"/>
  <p:tag name="KSO_WM_BEAUTIFY_FLAG" val="#wm#"/>
</p:tagLst>
</file>

<file path=ppt/tags/tag168.xml><?xml version="1.0" encoding="utf-8"?>
<p:tagLst xmlns:p="http://schemas.openxmlformats.org/presentationml/2006/main">
  <p:tag name="KSO_WM_BEAUTIFY_FLAG" val="#wm#"/>
  <p:tag name="KSO_WM_TEMPLATE_CATEGORY" val="custom"/>
  <p:tag name="KSO_WM_TEMPLATE_INDEX" val="20205176"/>
  <p:tag name="KSO_WM_SLIDE_ID" val="custom20205176_13"/>
  <p:tag name="KSO_WM_TEMPLATE_SUBCATEGORY" val="19"/>
  <p:tag name="KSO_WM_TEMPLATE_MASTER_TYPE" val="0"/>
  <p:tag name="KSO_WM_TEMPLATE_COLOR_TYPE" val="1"/>
  <p:tag name="KSO_WM_SLIDE_ITEM_CNT" val="0"/>
  <p:tag name="KSO_WM_SLIDE_INDEX" val="13"/>
  <p:tag name="KSO_WM_TAG_VERSION" val="1.0"/>
  <p:tag name="KSO_WM_SLIDE_TYPE" val="text"/>
  <p:tag name="KSO_WM_SLIDE_SUBTYPE" val="pureTxt"/>
  <p:tag name="KSO_WM_SLIDE_SIZE" val="863*444"/>
  <p:tag name="KSO_WM_SLIDE_POSITION" val="47*47"/>
  <p:tag name="KSO_WM_SLIDE_LAYOUT" val="a_f"/>
  <p:tag name="KSO_WM_SLIDE_LAYOUT_CNT" val="1_1"/>
  <p:tag name="KSO_WM_UNIT_SHOW_EDIT_AREA_INDICATION" val="1"/>
</p:tagLst>
</file>

<file path=ppt/tags/tag169.xml><?xml version="1.0" encoding="utf-8"?>
<p:tagLst xmlns:p="http://schemas.openxmlformats.org/presentationml/2006/main">
  <p:tag name="KSO_WM_UNIT_ISCONTENTSTITLE" val="0"/>
  <p:tag name="KSO_WM_UNIT_PRESET_TEXT" val="单击此处添加标题"/>
  <p:tag name="KSO_WM_UNIT_NOCLEAR" val="0"/>
  <p:tag name="KSO_WM_UNIT_SHOW_EDIT_AREA_INDICATION" val="1"/>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custom20205176_13*a*1"/>
  <p:tag name="KSO_WM_TEMPLATE_CATEGORY" val="custom"/>
  <p:tag name="KSO_WM_TEMPLATE_INDEX" val="20205176"/>
  <p:tag name="KSO_WM_UNIT_LAYERLEVEL" val="1"/>
  <p:tag name="KSO_WM_TAG_VERSION" val="1.0"/>
  <p:tag name="KSO_WM_BEAUTIFY_FLAG" val="#wm#"/>
  <p:tag name="KSO_WM_UNIT_ISNUMDGMTITLE" val="0"/>
</p:tagLst>
</file>

<file path=ppt/tags/tag170.xml><?xml version="1.0" encoding="utf-8"?>
<p:tagLst xmlns:p="http://schemas.openxmlformats.org/presentationml/2006/main">
  <p:tag name="KSO_WM_UNIT_PRESET_TEXT" val="单击此处添加正文"/>
  <p:tag name="KSO_WM_UNIT_NOCLEAR" val="0"/>
  <p:tag name="KSO_WM_UNIT_SHOW_EDIT_AREA_INDICATION" val="1"/>
  <p:tag name="KSO_WM_UNIT_VALUE" val="689"/>
  <p:tag name="KSO_WM_UNIT_HIGHLIGHT" val="0"/>
  <p:tag name="KSO_WM_UNIT_COMPATIBLE" val="0"/>
  <p:tag name="KSO_WM_UNIT_DIAGRAM_ISNUMVISUAL" val="0"/>
  <p:tag name="KSO_WM_UNIT_DIAGRAM_ISREFERUNIT" val="0"/>
  <p:tag name="KSO_WM_UNIT_TYPE" val="f"/>
  <p:tag name="KSO_WM_UNIT_INDEX" val="1"/>
  <p:tag name="KSO_WM_UNIT_ID" val="custom20205176_13*f*1"/>
  <p:tag name="KSO_WM_TEMPLATE_CATEGORY" val="custom"/>
  <p:tag name="KSO_WM_TEMPLATE_INDEX" val="20205176"/>
  <p:tag name="KSO_WM_UNIT_LAYERLEVEL" val="1"/>
  <p:tag name="KSO_WM_TAG_VERSION" val="1.0"/>
  <p:tag name="KSO_WM_BEAUTIFY_FLAG" val="#wm#"/>
</p:tagLst>
</file>

<file path=ppt/tags/tag171.xml><?xml version="1.0" encoding="utf-8"?>
<p:tagLst xmlns:p="http://schemas.openxmlformats.org/presentationml/2006/main">
  <p:tag name="KSO_WM_BEAUTIFY_FLAG" val="#wm#"/>
  <p:tag name="KSO_WM_TEMPLATE_CATEGORY" val="custom"/>
  <p:tag name="KSO_WM_TEMPLATE_INDEX" val="20205176"/>
  <p:tag name="KSO_WM_SLIDE_ID" val="custom20205176_13"/>
  <p:tag name="KSO_WM_TEMPLATE_SUBCATEGORY" val="19"/>
  <p:tag name="KSO_WM_TEMPLATE_MASTER_TYPE" val="0"/>
  <p:tag name="KSO_WM_TEMPLATE_COLOR_TYPE" val="1"/>
  <p:tag name="KSO_WM_SLIDE_ITEM_CNT" val="0"/>
  <p:tag name="KSO_WM_SLIDE_INDEX" val="13"/>
  <p:tag name="KSO_WM_TAG_VERSION" val="1.0"/>
  <p:tag name="KSO_WM_SLIDE_TYPE" val="text"/>
  <p:tag name="KSO_WM_SLIDE_SUBTYPE" val="pureTxt"/>
  <p:tag name="KSO_WM_SLIDE_SIZE" val="863*444"/>
  <p:tag name="KSO_WM_SLIDE_POSITION" val="47*47"/>
  <p:tag name="KSO_WM_SLIDE_LAYOUT" val="a_f"/>
  <p:tag name="KSO_WM_SLIDE_LAYOUT_CNT" val="1_1"/>
  <p:tag name="KSO_WM_UNIT_SHOW_EDIT_AREA_INDICATION" val="1"/>
</p:tagLst>
</file>

<file path=ppt/tags/tag172.xml><?xml version="1.0" encoding="utf-8"?>
<p:tagLst xmlns:p="http://schemas.openxmlformats.org/presentationml/2006/main">
  <p:tag name="KSO_WM_UNIT_ISCONTENTSTITLE" val="0"/>
  <p:tag name="KSO_WM_UNIT_PRESET_TEXT" val="单击此处添加标题"/>
  <p:tag name="KSO_WM_UNIT_NOCLEAR" val="0"/>
  <p:tag name="KSO_WM_UNIT_SHOW_EDIT_AREA_INDICATION" val="1"/>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custom20205176_13*a*1"/>
  <p:tag name="KSO_WM_TEMPLATE_CATEGORY" val="custom"/>
  <p:tag name="KSO_WM_TEMPLATE_INDEX" val="20205176"/>
  <p:tag name="KSO_WM_UNIT_LAYERLEVEL" val="1"/>
  <p:tag name="KSO_WM_TAG_VERSION" val="1.0"/>
  <p:tag name="KSO_WM_BEAUTIFY_FLAG" val="#wm#"/>
  <p:tag name="KSO_WM_UNIT_ISNUMDGMTITLE" val="0"/>
</p:tagLst>
</file>

<file path=ppt/tags/tag173.xml><?xml version="1.0" encoding="utf-8"?>
<p:tagLst xmlns:p="http://schemas.openxmlformats.org/presentationml/2006/main">
  <p:tag name="KSO_WM_UNIT_PRESET_TEXT" val="单击此处添加正文"/>
  <p:tag name="KSO_WM_UNIT_NOCLEAR" val="0"/>
  <p:tag name="KSO_WM_UNIT_SHOW_EDIT_AREA_INDICATION" val="1"/>
  <p:tag name="KSO_WM_UNIT_VALUE" val="689"/>
  <p:tag name="KSO_WM_UNIT_HIGHLIGHT" val="0"/>
  <p:tag name="KSO_WM_UNIT_COMPATIBLE" val="0"/>
  <p:tag name="KSO_WM_UNIT_DIAGRAM_ISNUMVISUAL" val="0"/>
  <p:tag name="KSO_WM_UNIT_DIAGRAM_ISREFERUNIT" val="0"/>
  <p:tag name="KSO_WM_UNIT_TYPE" val="f"/>
  <p:tag name="KSO_WM_UNIT_INDEX" val="1"/>
  <p:tag name="KSO_WM_UNIT_ID" val="custom20205176_13*f*1"/>
  <p:tag name="KSO_WM_TEMPLATE_CATEGORY" val="custom"/>
  <p:tag name="KSO_WM_TEMPLATE_INDEX" val="20205176"/>
  <p:tag name="KSO_WM_UNIT_LAYERLEVEL" val="1"/>
  <p:tag name="KSO_WM_TAG_VERSION" val="1.0"/>
  <p:tag name="KSO_WM_BEAUTIFY_FLAG" val="#wm#"/>
</p:tagLst>
</file>

<file path=ppt/tags/tag174.xml><?xml version="1.0" encoding="utf-8"?>
<p:tagLst xmlns:p="http://schemas.openxmlformats.org/presentationml/2006/main">
  <p:tag name="KSO_WM_BEAUTIFY_FLAG" val="#wm#"/>
  <p:tag name="KSO_WM_TEMPLATE_CATEGORY" val="custom"/>
  <p:tag name="KSO_WM_TEMPLATE_INDEX" val="20205176"/>
  <p:tag name="KSO_WM_SLIDE_ID" val="custom20205176_13"/>
  <p:tag name="KSO_WM_TEMPLATE_SUBCATEGORY" val="19"/>
  <p:tag name="KSO_WM_TEMPLATE_MASTER_TYPE" val="0"/>
  <p:tag name="KSO_WM_TEMPLATE_COLOR_TYPE" val="1"/>
  <p:tag name="KSO_WM_SLIDE_ITEM_CNT" val="0"/>
  <p:tag name="KSO_WM_SLIDE_INDEX" val="13"/>
  <p:tag name="KSO_WM_TAG_VERSION" val="1.0"/>
  <p:tag name="KSO_WM_SLIDE_TYPE" val="text"/>
  <p:tag name="KSO_WM_SLIDE_SUBTYPE" val="pureTxt"/>
  <p:tag name="KSO_WM_SLIDE_SIZE" val="863*444"/>
  <p:tag name="KSO_WM_SLIDE_POSITION" val="47*47"/>
  <p:tag name="KSO_WM_SLIDE_LAYOUT" val="a_f"/>
  <p:tag name="KSO_WM_SLIDE_LAYOUT_CNT" val="1_1"/>
  <p:tag name="KSO_WM_UNIT_SHOW_EDIT_AREA_INDICATION" val="1"/>
</p:tagLst>
</file>

<file path=ppt/tags/tag175.xml><?xml version="1.0" encoding="utf-8"?>
<p:tagLst xmlns:p="http://schemas.openxmlformats.org/presentationml/2006/main">
  <p:tag name="KSO_WM_UNIT_ISCONTENTSTITLE" val="0"/>
  <p:tag name="KSO_WM_UNIT_PRESET_TEXT" val="单击此处添加标题"/>
  <p:tag name="KSO_WM_UNIT_NOCLEAR" val="0"/>
  <p:tag name="KSO_WM_UNIT_SHOW_EDIT_AREA_INDICATION" val="1"/>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custom20205176_13*a*1"/>
  <p:tag name="KSO_WM_TEMPLATE_CATEGORY" val="custom"/>
  <p:tag name="KSO_WM_TEMPLATE_INDEX" val="20205176"/>
  <p:tag name="KSO_WM_UNIT_LAYERLEVEL" val="1"/>
  <p:tag name="KSO_WM_TAG_VERSION" val="1.0"/>
  <p:tag name="KSO_WM_BEAUTIFY_FLAG" val="#wm#"/>
  <p:tag name="KSO_WM_UNIT_ISNUMDGMTITLE" val="0"/>
</p:tagLst>
</file>

<file path=ppt/tags/tag176.xml><?xml version="1.0" encoding="utf-8"?>
<p:tagLst xmlns:p="http://schemas.openxmlformats.org/presentationml/2006/main">
  <p:tag name="KSO_WM_UNIT_PRESET_TEXT" val="单击此处添加正文"/>
  <p:tag name="KSO_WM_UNIT_NOCLEAR" val="0"/>
  <p:tag name="KSO_WM_UNIT_SHOW_EDIT_AREA_INDICATION" val="1"/>
  <p:tag name="KSO_WM_UNIT_VALUE" val="689"/>
  <p:tag name="KSO_WM_UNIT_HIGHLIGHT" val="0"/>
  <p:tag name="KSO_WM_UNIT_COMPATIBLE" val="0"/>
  <p:tag name="KSO_WM_UNIT_DIAGRAM_ISNUMVISUAL" val="0"/>
  <p:tag name="KSO_WM_UNIT_DIAGRAM_ISREFERUNIT" val="0"/>
  <p:tag name="KSO_WM_UNIT_TYPE" val="f"/>
  <p:tag name="KSO_WM_UNIT_INDEX" val="1"/>
  <p:tag name="KSO_WM_UNIT_ID" val="custom20205176_13*f*1"/>
  <p:tag name="KSO_WM_TEMPLATE_CATEGORY" val="custom"/>
  <p:tag name="KSO_WM_TEMPLATE_INDEX" val="20205176"/>
  <p:tag name="KSO_WM_UNIT_LAYERLEVEL" val="1"/>
  <p:tag name="KSO_WM_TAG_VERSION" val="1.0"/>
  <p:tag name="KSO_WM_BEAUTIFY_FLAG" val="#wm#"/>
</p:tagLst>
</file>

<file path=ppt/tags/tag177.xml><?xml version="1.0" encoding="utf-8"?>
<p:tagLst xmlns:p="http://schemas.openxmlformats.org/presentationml/2006/main">
  <p:tag name="KSO_WM_BEAUTIFY_FLAG" val="#wm#"/>
  <p:tag name="KSO_WM_TEMPLATE_CATEGORY" val="custom"/>
  <p:tag name="KSO_WM_TEMPLATE_INDEX" val="20205176"/>
  <p:tag name="KSO_WM_SLIDE_ID" val="custom20205176_13"/>
  <p:tag name="KSO_WM_TEMPLATE_SUBCATEGORY" val="19"/>
  <p:tag name="KSO_WM_TEMPLATE_MASTER_TYPE" val="0"/>
  <p:tag name="KSO_WM_TEMPLATE_COLOR_TYPE" val="1"/>
  <p:tag name="KSO_WM_SLIDE_ITEM_CNT" val="0"/>
  <p:tag name="KSO_WM_SLIDE_INDEX" val="13"/>
  <p:tag name="KSO_WM_TAG_VERSION" val="1.0"/>
  <p:tag name="KSO_WM_SLIDE_TYPE" val="text"/>
  <p:tag name="KSO_WM_SLIDE_SUBTYPE" val="pureTxt"/>
  <p:tag name="KSO_WM_SLIDE_SIZE" val="863*444"/>
  <p:tag name="KSO_WM_SLIDE_POSITION" val="47*47"/>
  <p:tag name="KSO_WM_SLIDE_LAYOUT" val="a_f"/>
  <p:tag name="KSO_WM_SLIDE_LAYOUT_CNT" val="1_1"/>
  <p:tag name="KSO_WM_UNIT_SHOW_EDIT_AREA_INDICATION" val="1"/>
</p:tagLst>
</file>

<file path=ppt/tags/tag178.xml><?xml version="1.0" encoding="utf-8"?>
<p:tagLst xmlns:p="http://schemas.openxmlformats.org/presentationml/2006/main">
  <p:tag name="KSO_WM_UNIT_ISCONTENTSTITLE" val="0"/>
  <p:tag name="KSO_WM_UNIT_PRESET_TEXT" val="单击此处添加标题"/>
  <p:tag name="KSO_WM_UNIT_NOCLEAR" val="0"/>
  <p:tag name="KSO_WM_UNIT_SHOW_EDIT_AREA_INDICATION" val="1"/>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custom20205176_13*a*1"/>
  <p:tag name="KSO_WM_TEMPLATE_CATEGORY" val="custom"/>
  <p:tag name="KSO_WM_TEMPLATE_INDEX" val="20205176"/>
  <p:tag name="KSO_WM_UNIT_LAYERLEVEL" val="1"/>
  <p:tag name="KSO_WM_TAG_VERSION" val="1.0"/>
  <p:tag name="KSO_WM_BEAUTIFY_FLAG" val="#wm#"/>
  <p:tag name="KSO_WM_UNIT_ISNUMDGMTITLE" val="0"/>
</p:tagLst>
</file>

<file path=ppt/tags/tag179.xml><?xml version="1.0" encoding="utf-8"?>
<p:tagLst xmlns:p="http://schemas.openxmlformats.org/presentationml/2006/main">
  <p:tag name="KSO_WM_BEAUTIFY_FLAG" val="#wm#"/>
  <p:tag name="KSO_WM_TEMPLATE_CATEGORY" val="custom"/>
  <p:tag name="KSO_WM_TEMPLATE_INDEX" val="20205176"/>
  <p:tag name="KSO_WM_SLIDE_ID" val="custom20205176_13"/>
  <p:tag name="KSO_WM_TEMPLATE_SUBCATEGORY" val="19"/>
  <p:tag name="KSO_WM_TEMPLATE_MASTER_TYPE" val="0"/>
  <p:tag name="KSO_WM_TEMPLATE_COLOR_TYPE" val="1"/>
  <p:tag name="KSO_WM_SLIDE_ITEM_CNT" val="0"/>
  <p:tag name="KSO_WM_SLIDE_INDEX" val="13"/>
  <p:tag name="KSO_WM_TAG_VERSION" val="1.0"/>
  <p:tag name="KSO_WM_SLIDE_TYPE" val="text"/>
  <p:tag name="KSO_WM_SLIDE_SUBTYPE" val="pureTxt"/>
  <p:tag name="KSO_WM_SLIDE_SIZE" val="863*444"/>
  <p:tag name="KSO_WM_SLIDE_POSITION" val="47*47"/>
  <p:tag name="KSO_WM_SLIDE_LAYOUT" val="a_f"/>
  <p:tag name="KSO_WM_SLIDE_LAYOUT_CNT" val="1_1"/>
  <p:tag name="KSO_WM_UNIT_SHOW_EDIT_AREA_INDICATION" val="1"/>
</p:tagLst>
</file>

<file path=ppt/tags/tag180.xml><?xml version="1.0" encoding="utf-8"?>
<p:tagLst xmlns:p="http://schemas.openxmlformats.org/presentationml/2006/main">
  <p:tag name="KSO_WM_UNIT_ISCONTENTSTITLE" val="0"/>
  <p:tag name="KSO_WM_UNIT_PRESET_TEXT" val="单击此处添加标题"/>
  <p:tag name="KSO_WM_UNIT_NOCLEAR" val="0"/>
  <p:tag name="KSO_WM_UNIT_SHOW_EDIT_AREA_INDICATION" val="1"/>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custom20205176_13*a*1"/>
  <p:tag name="KSO_WM_TEMPLATE_CATEGORY" val="custom"/>
  <p:tag name="KSO_WM_TEMPLATE_INDEX" val="20205176"/>
  <p:tag name="KSO_WM_UNIT_LAYERLEVEL" val="1"/>
  <p:tag name="KSO_WM_TAG_VERSION" val="1.0"/>
  <p:tag name="KSO_WM_BEAUTIFY_FLAG" val="#wm#"/>
  <p:tag name="KSO_WM_UNIT_ISNUMDGMTITLE" val="0"/>
</p:tagLst>
</file>

<file path=ppt/tags/tag181.xml><?xml version="1.0" encoding="utf-8"?>
<p:tagLst xmlns:p="http://schemas.openxmlformats.org/presentationml/2006/main">
  <p:tag name="KSO_WM_BEAUTIFY_FLAG" val="#wm#"/>
  <p:tag name="KSO_WM_TEMPLATE_CATEGORY" val="custom"/>
  <p:tag name="KSO_WM_TEMPLATE_INDEX" val="20205176"/>
  <p:tag name="KSO_WM_SLIDE_ID" val="custom20205176_13"/>
  <p:tag name="KSO_WM_TEMPLATE_SUBCATEGORY" val="19"/>
  <p:tag name="KSO_WM_TEMPLATE_MASTER_TYPE" val="0"/>
  <p:tag name="KSO_WM_TEMPLATE_COLOR_TYPE" val="1"/>
  <p:tag name="KSO_WM_SLIDE_ITEM_CNT" val="0"/>
  <p:tag name="KSO_WM_SLIDE_INDEX" val="13"/>
  <p:tag name="KSO_WM_TAG_VERSION" val="1.0"/>
  <p:tag name="KSO_WM_SLIDE_TYPE" val="text"/>
  <p:tag name="KSO_WM_SLIDE_SUBTYPE" val="pureTxt"/>
  <p:tag name="KSO_WM_SLIDE_SIZE" val="863*444"/>
  <p:tag name="KSO_WM_SLIDE_POSITION" val="47*47"/>
  <p:tag name="KSO_WM_SLIDE_LAYOUT" val="a_f"/>
  <p:tag name="KSO_WM_SLIDE_LAYOUT_CNT" val="1_1"/>
  <p:tag name="KSO_WM_UNIT_SHOW_EDIT_AREA_INDICATION" val="1"/>
</p:tagLst>
</file>

<file path=ppt/tags/tag182.xml><?xml version="1.0" encoding="utf-8"?>
<p:tagLst xmlns:p="http://schemas.openxmlformats.org/presentationml/2006/main">
  <p:tag name="KSO_WM_UNIT_ISCONTENTSTITLE" val="0"/>
  <p:tag name="KSO_WM_UNIT_PRESET_TEXT" val="单击此处添加标题"/>
  <p:tag name="KSO_WM_UNIT_NOCLEAR" val="0"/>
  <p:tag name="KSO_WM_UNIT_SHOW_EDIT_AREA_INDICATION" val="1"/>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custom20205176_13*a*1"/>
  <p:tag name="KSO_WM_TEMPLATE_CATEGORY" val="custom"/>
  <p:tag name="KSO_WM_TEMPLATE_INDEX" val="20205176"/>
  <p:tag name="KSO_WM_UNIT_LAYERLEVEL" val="1"/>
  <p:tag name="KSO_WM_TAG_VERSION" val="1.0"/>
  <p:tag name="KSO_WM_BEAUTIFY_FLAG" val="#wm#"/>
  <p:tag name="KSO_WM_UNIT_ISNUMDGMTITLE" val="0"/>
</p:tagLst>
</file>

<file path=ppt/tags/tag183.xml><?xml version="1.0" encoding="utf-8"?>
<p:tagLst xmlns:p="http://schemas.openxmlformats.org/presentationml/2006/main">
  <p:tag name="KSO_WM_BEAUTIFY_FLAG" val="#wm#"/>
  <p:tag name="KSO_WM_TEMPLATE_CATEGORY" val="custom"/>
  <p:tag name="KSO_WM_TEMPLATE_INDEX" val="20205176"/>
  <p:tag name="KSO_WM_SLIDE_ID" val="custom20205176_13"/>
  <p:tag name="KSO_WM_TEMPLATE_SUBCATEGORY" val="19"/>
  <p:tag name="KSO_WM_TEMPLATE_MASTER_TYPE" val="0"/>
  <p:tag name="KSO_WM_TEMPLATE_COLOR_TYPE" val="1"/>
  <p:tag name="KSO_WM_SLIDE_ITEM_CNT" val="0"/>
  <p:tag name="KSO_WM_SLIDE_INDEX" val="13"/>
  <p:tag name="KSO_WM_TAG_VERSION" val="1.0"/>
  <p:tag name="KSO_WM_SLIDE_TYPE" val="text"/>
  <p:tag name="KSO_WM_SLIDE_SUBTYPE" val="pureTxt"/>
  <p:tag name="KSO_WM_SLIDE_SIZE" val="863*444"/>
  <p:tag name="KSO_WM_SLIDE_POSITION" val="47*47"/>
  <p:tag name="KSO_WM_SLIDE_LAYOUT" val="a_f"/>
  <p:tag name="KSO_WM_SLIDE_LAYOUT_CNT" val="1_1"/>
  <p:tag name="KSO_WM_UNIT_SHOW_EDIT_AREA_INDICATION" val="1"/>
</p:tagLst>
</file>

<file path=ppt/tags/tag184.xml><?xml version="1.0" encoding="utf-8"?>
<p:tagLst xmlns:p="http://schemas.openxmlformats.org/presentationml/2006/main">
  <p:tag name="KSO_WM_UNIT_ISCONTENTSTITLE" val="0"/>
  <p:tag name="KSO_WM_UNIT_PRESET_TEXT" val="单击此处添加标题"/>
  <p:tag name="KSO_WM_UNIT_NOCLEAR" val="0"/>
  <p:tag name="KSO_WM_UNIT_SHOW_EDIT_AREA_INDICATION" val="1"/>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custom20205176_13*a*1"/>
  <p:tag name="KSO_WM_TEMPLATE_CATEGORY" val="custom"/>
  <p:tag name="KSO_WM_TEMPLATE_INDEX" val="20205176"/>
  <p:tag name="KSO_WM_UNIT_LAYERLEVEL" val="1"/>
  <p:tag name="KSO_WM_TAG_VERSION" val="1.0"/>
  <p:tag name="KSO_WM_BEAUTIFY_FLAG" val="#wm#"/>
  <p:tag name="KSO_WM_UNIT_ISNUMDGMTITLE" val="0"/>
</p:tagLst>
</file>

<file path=ppt/tags/tag185.xml><?xml version="1.0" encoding="utf-8"?>
<p:tagLst xmlns:p="http://schemas.openxmlformats.org/presentationml/2006/main">
  <p:tag name="KSO_WM_UNIT_PRESET_TEXT" val="单击此处添加正文"/>
  <p:tag name="KSO_WM_UNIT_NOCLEAR" val="0"/>
  <p:tag name="KSO_WM_UNIT_SHOW_EDIT_AREA_INDICATION" val="1"/>
  <p:tag name="KSO_WM_UNIT_VALUE" val="689"/>
  <p:tag name="KSO_WM_UNIT_HIGHLIGHT" val="0"/>
  <p:tag name="KSO_WM_UNIT_COMPATIBLE" val="0"/>
  <p:tag name="KSO_WM_UNIT_DIAGRAM_ISNUMVISUAL" val="0"/>
  <p:tag name="KSO_WM_UNIT_DIAGRAM_ISREFERUNIT" val="0"/>
  <p:tag name="KSO_WM_UNIT_TYPE" val="f"/>
  <p:tag name="KSO_WM_UNIT_INDEX" val="1"/>
  <p:tag name="KSO_WM_UNIT_ID" val="custom20205176_13*f*1"/>
  <p:tag name="KSO_WM_TEMPLATE_CATEGORY" val="custom"/>
  <p:tag name="KSO_WM_TEMPLATE_INDEX" val="20205176"/>
  <p:tag name="KSO_WM_UNIT_LAYERLEVEL" val="1"/>
  <p:tag name="KSO_WM_TAG_VERSION" val="1.0"/>
  <p:tag name="KSO_WM_BEAUTIFY_FLAG" val="#wm#"/>
</p:tagLst>
</file>

<file path=ppt/tags/tag186.xml><?xml version="1.0" encoding="utf-8"?>
<p:tagLst xmlns:p="http://schemas.openxmlformats.org/presentationml/2006/main">
  <p:tag name="KSO_WM_BEAUTIFY_FLAG" val="#wm#"/>
  <p:tag name="KSO_WM_TEMPLATE_CATEGORY" val="custom"/>
  <p:tag name="KSO_WM_TEMPLATE_INDEX" val="20205176"/>
  <p:tag name="KSO_WM_SLIDE_ID" val="custom20205176_13"/>
  <p:tag name="KSO_WM_TEMPLATE_SUBCATEGORY" val="19"/>
  <p:tag name="KSO_WM_TEMPLATE_MASTER_TYPE" val="0"/>
  <p:tag name="KSO_WM_TEMPLATE_COLOR_TYPE" val="1"/>
  <p:tag name="KSO_WM_SLIDE_ITEM_CNT" val="0"/>
  <p:tag name="KSO_WM_SLIDE_INDEX" val="13"/>
  <p:tag name="KSO_WM_TAG_VERSION" val="1.0"/>
  <p:tag name="KSO_WM_SLIDE_TYPE" val="text"/>
  <p:tag name="KSO_WM_SLIDE_SUBTYPE" val="pureTxt"/>
  <p:tag name="KSO_WM_SLIDE_SIZE" val="863*444"/>
  <p:tag name="KSO_WM_SLIDE_POSITION" val="47*47"/>
  <p:tag name="KSO_WM_SLIDE_LAYOUT" val="a_f"/>
  <p:tag name="KSO_WM_SLIDE_LAYOUT_CNT" val="1_1"/>
  <p:tag name="KSO_WM_UNIT_SHOW_EDIT_AREA_INDICATION" val="1"/>
</p:tagLst>
</file>

<file path=ppt/tags/tag187.xml><?xml version="1.0" encoding="utf-8"?>
<p:tagLst xmlns:p="http://schemas.openxmlformats.org/presentationml/2006/main">
  <p:tag name="KSO_WM_UNIT_ISCONTENTSTITLE" val="0"/>
  <p:tag name="KSO_WM_UNIT_PRESET_TEXT" val="单击此处添加标题"/>
  <p:tag name="KSO_WM_UNIT_NOCLEAR" val="0"/>
  <p:tag name="KSO_WM_UNIT_SHOW_EDIT_AREA_INDICATION" val="1"/>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custom20205176_13*a*1"/>
  <p:tag name="KSO_WM_TEMPLATE_CATEGORY" val="custom"/>
  <p:tag name="KSO_WM_TEMPLATE_INDEX" val="20205176"/>
  <p:tag name="KSO_WM_UNIT_LAYERLEVEL" val="1"/>
  <p:tag name="KSO_WM_TAG_VERSION" val="1.0"/>
  <p:tag name="KSO_WM_BEAUTIFY_FLAG" val="#wm#"/>
  <p:tag name="KSO_WM_UNIT_ISNUMDGMTITLE" val="0"/>
</p:tagLst>
</file>

<file path=ppt/tags/tag188.xml><?xml version="1.0" encoding="utf-8"?>
<p:tagLst xmlns:p="http://schemas.openxmlformats.org/presentationml/2006/main">
  <p:tag name="KSO_WM_UNIT_PRESET_TEXT" val="单击此处添加正文"/>
  <p:tag name="KSO_WM_UNIT_NOCLEAR" val="0"/>
  <p:tag name="KSO_WM_UNIT_SHOW_EDIT_AREA_INDICATION" val="1"/>
  <p:tag name="KSO_WM_UNIT_VALUE" val="689"/>
  <p:tag name="KSO_WM_UNIT_HIGHLIGHT" val="0"/>
  <p:tag name="KSO_WM_UNIT_COMPATIBLE" val="0"/>
  <p:tag name="KSO_WM_UNIT_DIAGRAM_ISNUMVISUAL" val="0"/>
  <p:tag name="KSO_WM_UNIT_DIAGRAM_ISREFERUNIT" val="0"/>
  <p:tag name="KSO_WM_UNIT_TYPE" val="f"/>
  <p:tag name="KSO_WM_UNIT_INDEX" val="1"/>
  <p:tag name="KSO_WM_UNIT_ID" val="custom20205176_13*f*1"/>
  <p:tag name="KSO_WM_TEMPLATE_CATEGORY" val="custom"/>
  <p:tag name="KSO_WM_TEMPLATE_INDEX" val="20205176"/>
  <p:tag name="KSO_WM_UNIT_LAYERLEVEL" val="1"/>
  <p:tag name="KSO_WM_TAG_VERSION" val="1.0"/>
  <p:tag name="KSO_WM_BEAUTIFY_FLAG" val="#wm#"/>
</p:tagLst>
</file>

<file path=ppt/tags/tag189.xml><?xml version="1.0" encoding="utf-8"?>
<p:tagLst xmlns:p="http://schemas.openxmlformats.org/presentationml/2006/main">
  <p:tag name="KSO_WM_BEAUTIFY_FLAG" val="#wm#"/>
  <p:tag name="KSO_WM_TEMPLATE_CATEGORY" val="custom"/>
  <p:tag name="KSO_WM_TEMPLATE_INDEX" val="20205176"/>
  <p:tag name="KSO_WM_SLIDE_ID" val="custom20205176_13"/>
  <p:tag name="KSO_WM_TEMPLATE_SUBCATEGORY" val="19"/>
  <p:tag name="KSO_WM_TEMPLATE_MASTER_TYPE" val="0"/>
  <p:tag name="KSO_WM_TEMPLATE_COLOR_TYPE" val="1"/>
  <p:tag name="KSO_WM_SLIDE_ITEM_CNT" val="0"/>
  <p:tag name="KSO_WM_SLIDE_INDEX" val="13"/>
  <p:tag name="KSO_WM_TAG_VERSION" val="1.0"/>
  <p:tag name="KSO_WM_SLIDE_TYPE" val="text"/>
  <p:tag name="KSO_WM_SLIDE_SUBTYPE" val="pureTxt"/>
  <p:tag name="KSO_WM_SLIDE_SIZE" val="863*444"/>
  <p:tag name="KSO_WM_SLIDE_POSITION" val="47*47"/>
  <p:tag name="KSO_WM_SLIDE_LAYOUT" val="a_f"/>
  <p:tag name="KSO_WM_SLIDE_LAYOUT_CNT" val="1_1"/>
  <p:tag name="KSO_WM_UNIT_SHOW_EDIT_AREA_INDICATION" val="1"/>
</p:tagLst>
</file>

<file path=ppt/tags/tag190.xml><?xml version="1.0" encoding="utf-8"?>
<p:tagLst xmlns:p="http://schemas.openxmlformats.org/presentationml/2006/main">
  <p:tag name="KSO_WM_UNIT_ISCONTENTSTITLE" val="0"/>
  <p:tag name="KSO_WM_UNIT_PRESET_TEXT" val="单击此处添加标题"/>
  <p:tag name="KSO_WM_UNIT_NOCLEAR" val="0"/>
  <p:tag name="KSO_WM_UNIT_SHOW_EDIT_AREA_INDICATION" val="1"/>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custom20205176_13*a*1"/>
  <p:tag name="KSO_WM_TEMPLATE_CATEGORY" val="custom"/>
  <p:tag name="KSO_WM_TEMPLATE_INDEX" val="20205176"/>
  <p:tag name="KSO_WM_UNIT_LAYERLEVEL" val="1"/>
  <p:tag name="KSO_WM_TAG_VERSION" val="1.0"/>
  <p:tag name="KSO_WM_BEAUTIFY_FLAG" val="#wm#"/>
  <p:tag name="KSO_WM_UNIT_ISNUMDGMTITLE" val="0"/>
</p:tagLst>
</file>

<file path=ppt/tags/tag191.xml><?xml version="1.0" encoding="utf-8"?>
<p:tagLst xmlns:p="http://schemas.openxmlformats.org/presentationml/2006/main">
  <p:tag name="KSO_WM_UNIT_PRESET_TEXT" val="单击此处添加正文"/>
  <p:tag name="KSO_WM_UNIT_NOCLEAR" val="0"/>
  <p:tag name="KSO_WM_UNIT_SHOW_EDIT_AREA_INDICATION" val="1"/>
  <p:tag name="KSO_WM_UNIT_VALUE" val="689"/>
  <p:tag name="KSO_WM_UNIT_HIGHLIGHT" val="0"/>
  <p:tag name="KSO_WM_UNIT_COMPATIBLE" val="0"/>
  <p:tag name="KSO_WM_UNIT_DIAGRAM_ISNUMVISUAL" val="0"/>
  <p:tag name="KSO_WM_UNIT_DIAGRAM_ISREFERUNIT" val="0"/>
  <p:tag name="KSO_WM_UNIT_TYPE" val="f"/>
  <p:tag name="KSO_WM_UNIT_INDEX" val="1"/>
  <p:tag name="KSO_WM_UNIT_ID" val="custom20205176_13*f*1"/>
  <p:tag name="KSO_WM_TEMPLATE_CATEGORY" val="custom"/>
  <p:tag name="KSO_WM_TEMPLATE_INDEX" val="20205176"/>
  <p:tag name="KSO_WM_UNIT_LAYERLEVEL" val="1"/>
  <p:tag name="KSO_WM_TAG_VERSION" val="1.0"/>
  <p:tag name="KSO_WM_BEAUTIFY_FLAG" val="#wm#"/>
</p:tagLst>
</file>

<file path=ppt/tags/tag192.xml><?xml version="1.0" encoding="utf-8"?>
<p:tagLst xmlns:p="http://schemas.openxmlformats.org/presentationml/2006/main">
  <p:tag name="KSO_WM_BEAUTIFY_FLAG" val="#wm#"/>
  <p:tag name="KSO_WM_TEMPLATE_CATEGORY" val="custom"/>
  <p:tag name="KSO_WM_TEMPLATE_INDEX" val="20205176"/>
  <p:tag name="KSO_WM_SLIDE_ID" val="custom20205176_13"/>
  <p:tag name="KSO_WM_TEMPLATE_SUBCATEGORY" val="19"/>
  <p:tag name="KSO_WM_TEMPLATE_MASTER_TYPE" val="0"/>
  <p:tag name="KSO_WM_TEMPLATE_COLOR_TYPE" val="1"/>
  <p:tag name="KSO_WM_SLIDE_ITEM_CNT" val="0"/>
  <p:tag name="KSO_WM_SLIDE_INDEX" val="13"/>
  <p:tag name="KSO_WM_TAG_VERSION" val="1.0"/>
  <p:tag name="KSO_WM_SLIDE_TYPE" val="text"/>
  <p:tag name="KSO_WM_SLIDE_SUBTYPE" val="pureTxt"/>
  <p:tag name="KSO_WM_SLIDE_SIZE" val="863*444"/>
  <p:tag name="KSO_WM_SLIDE_POSITION" val="47*47"/>
  <p:tag name="KSO_WM_SLIDE_LAYOUT" val="a_f"/>
  <p:tag name="KSO_WM_SLIDE_LAYOUT_CNT" val="1_1"/>
  <p:tag name="KSO_WM_UNIT_SHOW_EDIT_AREA_INDICATION" val="1"/>
</p:tagLst>
</file>

<file path=ppt/tags/tag193.xml><?xml version="1.0" encoding="utf-8"?>
<p:tagLst xmlns:p="http://schemas.openxmlformats.org/presentationml/2006/main">
  <p:tag name="KSO_WM_UNIT_ISCONTENTSTITLE" val="0"/>
  <p:tag name="KSO_WM_UNIT_PRESET_TEXT" val="单击此处添加标题"/>
  <p:tag name="KSO_WM_UNIT_NOCLEAR" val="0"/>
  <p:tag name="KSO_WM_UNIT_SHOW_EDIT_AREA_INDICATION" val="1"/>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custom20205176_13*a*1"/>
  <p:tag name="KSO_WM_TEMPLATE_CATEGORY" val="custom"/>
  <p:tag name="KSO_WM_TEMPLATE_INDEX" val="20205176"/>
  <p:tag name="KSO_WM_UNIT_LAYERLEVEL" val="1"/>
  <p:tag name="KSO_WM_TAG_VERSION" val="1.0"/>
  <p:tag name="KSO_WM_BEAUTIFY_FLAG" val="#wm#"/>
  <p:tag name="KSO_WM_UNIT_ISNUMDGMTITLE" val="0"/>
</p:tagLst>
</file>

<file path=ppt/tags/tag194.xml><?xml version="1.0" encoding="utf-8"?>
<p:tagLst xmlns:p="http://schemas.openxmlformats.org/presentationml/2006/main">
  <p:tag name="KSO_WM_UNIT_PRESET_TEXT" val="单击此处添加正文"/>
  <p:tag name="KSO_WM_UNIT_NOCLEAR" val="0"/>
  <p:tag name="KSO_WM_UNIT_SHOW_EDIT_AREA_INDICATION" val="1"/>
  <p:tag name="KSO_WM_UNIT_VALUE" val="689"/>
  <p:tag name="KSO_WM_UNIT_HIGHLIGHT" val="0"/>
  <p:tag name="KSO_WM_UNIT_COMPATIBLE" val="0"/>
  <p:tag name="KSO_WM_UNIT_DIAGRAM_ISNUMVISUAL" val="0"/>
  <p:tag name="KSO_WM_UNIT_DIAGRAM_ISREFERUNIT" val="0"/>
  <p:tag name="KSO_WM_UNIT_TYPE" val="f"/>
  <p:tag name="KSO_WM_UNIT_INDEX" val="1"/>
  <p:tag name="KSO_WM_UNIT_ID" val="custom20205176_13*f*1"/>
  <p:tag name="KSO_WM_TEMPLATE_CATEGORY" val="custom"/>
  <p:tag name="KSO_WM_TEMPLATE_INDEX" val="20205176"/>
  <p:tag name="KSO_WM_UNIT_LAYERLEVEL" val="1"/>
  <p:tag name="KSO_WM_TAG_VERSION" val="1.0"/>
  <p:tag name="KSO_WM_BEAUTIFY_FLAG" val="#wm#"/>
</p:tagLst>
</file>

<file path=ppt/tags/tag195.xml><?xml version="1.0" encoding="utf-8"?>
<p:tagLst xmlns:p="http://schemas.openxmlformats.org/presentationml/2006/main">
  <p:tag name="KSO_WM_BEAUTIFY_FLAG" val="#wm#"/>
  <p:tag name="KSO_WM_TEMPLATE_CATEGORY" val="custom"/>
  <p:tag name="KSO_WM_TEMPLATE_INDEX" val="20205176"/>
  <p:tag name="KSO_WM_SLIDE_ID" val="custom20205176_13"/>
  <p:tag name="KSO_WM_TEMPLATE_SUBCATEGORY" val="19"/>
  <p:tag name="KSO_WM_TEMPLATE_MASTER_TYPE" val="0"/>
  <p:tag name="KSO_WM_TEMPLATE_COLOR_TYPE" val="1"/>
  <p:tag name="KSO_WM_SLIDE_ITEM_CNT" val="0"/>
  <p:tag name="KSO_WM_SLIDE_INDEX" val="13"/>
  <p:tag name="KSO_WM_TAG_VERSION" val="1.0"/>
  <p:tag name="KSO_WM_SLIDE_TYPE" val="text"/>
  <p:tag name="KSO_WM_SLIDE_SUBTYPE" val="pureTxt"/>
  <p:tag name="KSO_WM_SLIDE_SIZE" val="863*444"/>
  <p:tag name="KSO_WM_SLIDE_POSITION" val="47*47"/>
  <p:tag name="KSO_WM_SLIDE_LAYOUT" val="a_f"/>
  <p:tag name="KSO_WM_SLIDE_LAYOUT_CNT" val="1_1"/>
  <p:tag name="KSO_WM_UNIT_SHOW_EDIT_AREA_INDICATION" val="1"/>
</p:tagLst>
</file>

<file path=ppt/tags/tag196.xml><?xml version="1.0" encoding="utf-8"?>
<p:tagLst xmlns:p="http://schemas.openxmlformats.org/presentationml/2006/main">
  <p:tag name="KSO_WM_UNIT_ISCONTENTSTITLE" val="0"/>
  <p:tag name="KSO_WM_UNIT_PRESET_TEXT" val="单击此处添加标题"/>
  <p:tag name="KSO_WM_UNIT_NOCLEAR" val="0"/>
  <p:tag name="KSO_WM_UNIT_SHOW_EDIT_AREA_INDICATION" val="1"/>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custom20205176_13*a*1"/>
  <p:tag name="KSO_WM_TEMPLATE_CATEGORY" val="custom"/>
  <p:tag name="KSO_WM_TEMPLATE_INDEX" val="20205176"/>
  <p:tag name="KSO_WM_UNIT_LAYERLEVEL" val="1"/>
  <p:tag name="KSO_WM_TAG_VERSION" val="1.0"/>
  <p:tag name="KSO_WM_BEAUTIFY_FLAG" val="#wm#"/>
  <p:tag name="KSO_WM_UNIT_ISNUMDGMTITLE" val="0"/>
</p:tagLst>
</file>

<file path=ppt/tags/tag197.xml><?xml version="1.0" encoding="utf-8"?>
<p:tagLst xmlns:p="http://schemas.openxmlformats.org/presentationml/2006/main">
  <p:tag name="KSO_WM_UNIT_PRESET_TEXT" val="单击此处添加正文"/>
  <p:tag name="KSO_WM_UNIT_NOCLEAR" val="0"/>
  <p:tag name="KSO_WM_UNIT_SHOW_EDIT_AREA_INDICATION" val="1"/>
  <p:tag name="KSO_WM_UNIT_VALUE" val="689"/>
  <p:tag name="KSO_WM_UNIT_HIGHLIGHT" val="0"/>
  <p:tag name="KSO_WM_UNIT_COMPATIBLE" val="0"/>
  <p:tag name="KSO_WM_UNIT_DIAGRAM_ISNUMVISUAL" val="0"/>
  <p:tag name="KSO_WM_UNIT_DIAGRAM_ISREFERUNIT" val="0"/>
  <p:tag name="KSO_WM_UNIT_TYPE" val="f"/>
  <p:tag name="KSO_WM_UNIT_INDEX" val="1"/>
  <p:tag name="KSO_WM_UNIT_ID" val="custom20205176_13*f*1"/>
  <p:tag name="KSO_WM_TEMPLATE_CATEGORY" val="custom"/>
  <p:tag name="KSO_WM_TEMPLATE_INDEX" val="20205176"/>
  <p:tag name="KSO_WM_UNIT_LAYERLEVEL" val="1"/>
  <p:tag name="KSO_WM_TAG_VERSION" val="1.0"/>
  <p:tag name="KSO_WM_BEAUTIFY_FLAG" val="#wm#"/>
</p:tagLst>
</file>

<file path=ppt/tags/tag198.xml><?xml version="1.0" encoding="utf-8"?>
<p:tagLst xmlns:p="http://schemas.openxmlformats.org/presentationml/2006/main">
  <p:tag name="KSO_WM_BEAUTIFY_FLAG" val="#wm#"/>
  <p:tag name="KSO_WM_TEMPLATE_CATEGORY" val="custom"/>
  <p:tag name="KSO_WM_TEMPLATE_INDEX" val="20205176"/>
  <p:tag name="KSO_WM_SLIDE_ID" val="custom20205176_13"/>
  <p:tag name="KSO_WM_TEMPLATE_SUBCATEGORY" val="19"/>
  <p:tag name="KSO_WM_TEMPLATE_MASTER_TYPE" val="0"/>
  <p:tag name="KSO_WM_TEMPLATE_COLOR_TYPE" val="1"/>
  <p:tag name="KSO_WM_SLIDE_ITEM_CNT" val="0"/>
  <p:tag name="KSO_WM_SLIDE_INDEX" val="13"/>
  <p:tag name="KSO_WM_TAG_VERSION" val="1.0"/>
  <p:tag name="KSO_WM_SLIDE_TYPE" val="text"/>
  <p:tag name="KSO_WM_SLIDE_SUBTYPE" val="pureTxt"/>
  <p:tag name="KSO_WM_SLIDE_SIZE" val="863*444"/>
  <p:tag name="KSO_WM_SLIDE_POSITION" val="47*47"/>
  <p:tag name="KSO_WM_SLIDE_LAYOUT" val="a_f"/>
  <p:tag name="KSO_WM_SLIDE_LAYOUT_CNT" val="1_1"/>
  <p:tag name="KSO_WM_UNIT_SHOW_EDIT_AREA_INDICATION" val="1"/>
</p:tagLst>
</file>

<file path=ppt/tags/tag199.xml><?xml version="1.0" encoding="utf-8"?>
<p:tagLst xmlns:p="http://schemas.openxmlformats.org/presentationml/2006/main">
  <p:tag name="KSO_WM_UNIT_ISCONTENTSTITLE" val="0"/>
  <p:tag name="KSO_WM_UNIT_PRESET_TEXT" val="单击此处添加标题"/>
  <p:tag name="KSO_WM_UNIT_NOCLEAR" val="0"/>
  <p:tag name="KSO_WM_UNIT_SHOW_EDIT_AREA_INDICATION" val="1"/>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custom20205176_13*a*1"/>
  <p:tag name="KSO_WM_TEMPLATE_CATEGORY" val="custom"/>
  <p:tag name="KSO_WM_TEMPLATE_INDEX" val="20205176"/>
  <p:tag name="KSO_WM_UNIT_LAYERLEVEL" val="1"/>
  <p:tag name="KSO_WM_TAG_VERSION" val="1.0"/>
  <p:tag name="KSO_WM_BEAUTIFY_FLAG" val="#wm#"/>
  <p:tag name="KSO_WM_UNIT_ISNUMDGMTITLE" val="0"/>
</p:tagLst>
</file>

<file path=ppt/tags/tag200.xml><?xml version="1.0" encoding="utf-8"?>
<p:tagLst xmlns:p="http://schemas.openxmlformats.org/presentationml/2006/main">
  <p:tag name="KSO_WM_UNIT_PRESET_TEXT" val="单击此处添加正文"/>
  <p:tag name="KSO_WM_UNIT_NOCLEAR" val="0"/>
  <p:tag name="KSO_WM_UNIT_SHOW_EDIT_AREA_INDICATION" val="1"/>
  <p:tag name="KSO_WM_UNIT_VALUE" val="689"/>
  <p:tag name="KSO_WM_UNIT_HIGHLIGHT" val="0"/>
  <p:tag name="KSO_WM_UNIT_COMPATIBLE" val="0"/>
  <p:tag name="KSO_WM_UNIT_DIAGRAM_ISNUMVISUAL" val="0"/>
  <p:tag name="KSO_WM_UNIT_DIAGRAM_ISREFERUNIT" val="0"/>
  <p:tag name="KSO_WM_UNIT_TYPE" val="f"/>
  <p:tag name="KSO_WM_UNIT_INDEX" val="1"/>
  <p:tag name="KSO_WM_UNIT_ID" val="custom20205176_13*f*1"/>
  <p:tag name="KSO_WM_TEMPLATE_CATEGORY" val="custom"/>
  <p:tag name="KSO_WM_TEMPLATE_INDEX" val="20205176"/>
  <p:tag name="KSO_WM_UNIT_LAYERLEVEL" val="1"/>
  <p:tag name="KSO_WM_TAG_VERSION" val="1.0"/>
  <p:tag name="KSO_WM_BEAUTIFY_FLAG" val="#wm#"/>
</p:tagLst>
</file>

<file path=ppt/tags/tag201.xml><?xml version="1.0" encoding="utf-8"?>
<p:tagLst xmlns:p="http://schemas.openxmlformats.org/presentationml/2006/main">
  <p:tag name="KSO_WM_BEAUTIFY_FLAG" val="#wm#"/>
  <p:tag name="KSO_WM_TEMPLATE_CATEGORY" val="custom"/>
  <p:tag name="KSO_WM_TEMPLATE_INDEX" val="20205176"/>
  <p:tag name="KSO_WM_SLIDE_ID" val="custom20205176_13"/>
  <p:tag name="KSO_WM_TEMPLATE_SUBCATEGORY" val="19"/>
  <p:tag name="KSO_WM_TEMPLATE_MASTER_TYPE" val="0"/>
  <p:tag name="KSO_WM_TEMPLATE_COLOR_TYPE" val="1"/>
  <p:tag name="KSO_WM_SLIDE_ITEM_CNT" val="0"/>
  <p:tag name="KSO_WM_SLIDE_INDEX" val="13"/>
  <p:tag name="KSO_WM_TAG_VERSION" val="1.0"/>
  <p:tag name="KSO_WM_SLIDE_TYPE" val="text"/>
  <p:tag name="KSO_WM_SLIDE_SUBTYPE" val="pureTxt"/>
  <p:tag name="KSO_WM_SLIDE_SIZE" val="863*444"/>
  <p:tag name="KSO_WM_SLIDE_POSITION" val="47*47"/>
  <p:tag name="KSO_WM_SLIDE_LAYOUT" val="a_f"/>
  <p:tag name="KSO_WM_SLIDE_LAYOUT_CNT" val="1_1"/>
  <p:tag name="KSO_WM_UNIT_SHOW_EDIT_AREA_INDICATION" val="1"/>
</p:tagLst>
</file>

<file path=ppt/tags/tag202.xml><?xml version="1.0" encoding="utf-8"?>
<p:tagLst xmlns:p="http://schemas.openxmlformats.org/presentationml/2006/main">
  <p:tag name="KSO_WM_UNIT_ISCONTENTSTITLE" val="0"/>
  <p:tag name="KSO_WM_UNIT_PRESET_TEXT" val="单击此处添加标题"/>
  <p:tag name="KSO_WM_UNIT_NOCLEAR" val="0"/>
  <p:tag name="KSO_WM_UNIT_SHOW_EDIT_AREA_INDICATION" val="1"/>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custom20205176_13*a*1"/>
  <p:tag name="KSO_WM_TEMPLATE_CATEGORY" val="custom"/>
  <p:tag name="KSO_WM_TEMPLATE_INDEX" val="20205176"/>
  <p:tag name="KSO_WM_UNIT_LAYERLEVEL" val="1"/>
  <p:tag name="KSO_WM_TAG_VERSION" val="1.0"/>
  <p:tag name="KSO_WM_BEAUTIFY_FLAG" val="#wm#"/>
  <p:tag name="KSO_WM_UNIT_ISNUMDGMTITLE" val="0"/>
</p:tagLst>
</file>

<file path=ppt/tags/tag203.xml><?xml version="1.0" encoding="utf-8"?>
<p:tagLst xmlns:p="http://schemas.openxmlformats.org/presentationml/2006/main">
  <p:tag name="KSO_WM_UNIT_PRESET_TEXT" val="单击此处添加正文"/>
  <p:tag name="KSO_WM_UNIT_NOCLEAR" val="0"/>
  <p:tag name="KSO_WM_UNIT_SHOW_EDIT_AREA_INDICATION" val="1"/>
  <p:tag name="KSO_WM_UNIT_VALUE" val="689"/>
  <p:tag name="KSO_WM_UNIT_HIGHLIGHT" val="0"/>
  <p:tag name="KSO_WM_UNIT_COMPATIBLE" val="0"/>
  <p:tag name="KSO_WM_UNIT_DIAGRAM_ISNUMVISUAL" val="0"/>
  <p:tag name="KSO_WM_UNIT_DIAGRAM_ISREFERUNIT" val="0"/>
  <p:tag name="KSO_WM_UNIT_TYPE" val="f"/>
  <p:tag name="KSO_WM_UNIT_INDEX" val="1"/>
  <p:tag name="KSO_WM_UNIT_ID" val="custom20205176_13*f*1"/>
  <p:tag name="KSO_WM_TEMPLATE_CATEGORY" val="custom"/>
  <p:tag name="KSO_WM_TEMPLATE_INDEX" val="20205176"/>
  <p:tag name="KSO_WM_UNIT_LAYERLEVEL" val="1"/>
  <p:tag name="KSO_WM_TAG_VERSION" val="1.0"/>
  <p:tag name="KSO_WM_BEAUTIFY_FLAG" val="#wm#"/>
</p:tagLst>
</file>

<file path=ppt/tags/tag204.xml><?xml version="1.0" encoding="utf-8"?>
<p:tagLst xmlns:p="http://schemas.openxmlformats.org/presentationml/2006/main">
  <p:tag name="KSO_WM_BEAUTIFY_FLAG" val="#wm#"/>
  <p:tag name="KSO_WM_TEMPLATE_CATEGORY" val="custom"/>
  <p:tag name="KSO_WM_TEMPLATE_INDEX" val="20205176"/>
  <p:tag name="KSO_WM_SLIDE_ID" val="custom20205176_13"/>
  <p:tag name="KSO_WM_TEMPLATE_SUBCATEGORY" val="19"/>
  <p:tag name="KSO_WM_TEMPLATE_MASTER_TYPE" val="0"/>
  <p:tag name="KSO_WM_TEMPLATE_COLOR_TYPE" val="1"/>
  <p:tag name="KSO_WM_SLIDE_ITEM_CNT" val="0"/>
  <p:tag name="KSO_WM_SLIDE_INDEX" val="13"/>
  <p:tag name="KSO_WM_TAG_VERSION" val="1.0"/>
  <p:tag name="KSO_WM_SLIDE_TYPE" val="text"/>
  <p:tag name="KSO_WM_SLIDE_SUBTYPE" val="pureTxt"/>
  <p:tag name="KSO_WM_SLIDE_SIZE" val="863*444"/>
  <p:tag name="KSO_WM_SLIDE_POSITION" val="47*47"/>
  <p:tag name="KSO_WM_SLIDE_LAYOUT" val="a_f"/>
  <p:tag name="KSO_WM_SLIDE_LAYOUT_CNT" val="1_1"/>
  <p:tag name="KSO_WM_UNIT_SHOW_EDIT_AREA_INDICATION" val="1"/>
</p:tagLst>
</file>

<file path=ppt/tags/tag205.xml><?xml version="1.0" encoding="utf-8"?>
<p:tagLst xmlns:p="http://schemas.openxmlformats.org/presentationml/2006/main">
  <p:tag name="KSO_WM_UNIT_ISCONTENTSTITLE" val="0"/>
  <p:tag name="KSO_WM_UNIT_PRESET_TEXT" val="单击此处添加标题"/>
  <p:tag name="KSO_WM_UNIT_NOCLEAR" val="0"/>
  <p:tag name="KSO_WM_UNIT_SHOW_EDIT_AREA_INDICATION" val="1"/>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custom20205176_13*a*1"/>
  <p:tag name="KSO_WM_TEMPLATE_CATEGORY" val="custom"/>
  <p:tag name="KSO_WM_TEMPLATE_INDEX" val="20205176"/>
  <p:tag name="KSO_WM_UNIT_LAYERLEVEL" val="1"/>
  <p:tag name="KSO_WM_TAG_VERSION" val="1.0"/>
  <p:tag name="KSO_WM_BEAUTIFY_FLAG" val="#wm#"/>
  <p:tag name="KSO_WM_UNIT_ISNUMDGMTITLE" val="0"/>
</p:tagLst>
</file>

<file path=ppt/tags/tag206.xml><?xml version="1.0" encoding="utf-8"?>
<p:tagLst xmlns:p="http://schemas.openxmlformats.org/presentationml/2006/main">
  <p:tag name="KSO_WM_UNIT_PRESET_TEXT" val="单击此处添加正文"/>
  <p:tag name="KSO_WM_UNIT_NOCLEAR" val="0"/>
  <p:tag name="KSO_WM_UNIT_SHOW_EDIT_AREA_INDICATION" val="1"/>
  <p:tag name="KSO_WM_UNIT_VALUE" val="689"/>
  <p:tag name="KSO_WM_UNIT_HIGHLIGHT" val="0"/>
  <p:tag name="KSO_WM_UNIT_COMPATIBLE" val="0"/>
  <p:tag name="KSO_WM_UNIT_DIAGRAM_ISNUMVISUAL" val="0"/>
  <p:tag name="KSO_WM_UNIT_DIAGRAM_ISREFERUNIT" val="0"/>
  <p:tag name="KSO_WM_UNIT_TYPE" val="f"/>
  <p:tag name="KSO_WM_UNIT_INDEX" val="1"/>
  <p:tag name="KSO_WM_UNIT_ID" val="custom20205176_13*f*1"/>
  <p:tag name="KSO_WM_TEMPLATE_CATEGORY" val="custom"/>
  <p:tag name="KSO_WM_TEMPLATE_INDEX" val="20205176"/>
  <p:tag name="KSO_WM_UNIT_LAYERLEVEL" val="1"/>
  <p:tag name="KSO_WM_TAG_VERSION" val="1.0"/>
  <p:tag name="KSO_WM_BEAUTIFY_FLAG" val="#wm#"/>
</p:tagLst>
</file>

<file path=ppt/tags/tag207.xml><?xml version="1.0" encoding="utf-8"?>
<p:tagLst xmlns:p="http://schemas.openxmlformats.org/presentationml/2006/main">
  <p:tag name="KSO_WM_BEAUTIFY_FLAG" val="#wm#"/>
  <p:tag name="KSO_WM_TEMPLATE_CATEGORY" val="custom"/>
  <p:tag name="KSO_WM_TEMPLATE_INDEX" val="20205176"/>
  <p:tag name="KSO_WM_SLIDE_ID" val="custom20205176_13"/>
  <p:tag name="KSO_WM_TEMPLATE_SUBCATEGORY" val="19"/>
  <p:tag name="KSO_WM_TEMPLATE_MASTER_TYPE" val="0"/>
  <p:tag name="KSO_WM_TEMPLATE_COLOR_TYPE" val="1"/>
  <p:tag name="KSO_WM_SLIDE_ITEM_CNT" val="0"/>
  <p:tag name="KSO_WM_SLIDE_INDEX" val="13"/>
  <p:tag name="KSO_WM_TAG_VERSION" val="1.0"/>
  <p:tag name="KSO_WM_SLIDE_TYPE" val="text"/>
  <p:tag name="KSO_WM_SLIDE_SUBTYPE" val="pureTxt"/>
  <p:tag name="KSO_WM_SLIDE_SIZE" val="863*444"/>
  <p:tag name="KSO_WM_SLIDE_POSITION" val="47*47"/>
  <p:tag name="KSO_WM_SLIDE_LAYOUT" val="a_f"/>
  <p:tag name="KSO_WM_SLIDE_LAYOUT_CNT" val="1_1"/>
  <p:tag name="KSO_WM_UNIT_SHOW_EDIT_AREA_INDICATION" val="1"/>
</p:tagLst>
</file>

<file path=ppt/tags/tag208.xml><?xml version="1.0" encoding="utf-8"?>
<p:tagLst xmlns:p="http://schemas.openxmlformats.org/presentationml/2006/main">
  <p:tag name="KSO_WM_UNIT_ISCONTENTSTITLE" val="0"/>
  <p:tag name="KSO_WM_UNIT_PRESET_TEXT" val="单击此处添加标题"/>
  <p:tag name="KSO_WM_UNIT_NOCLEAR" val="0"/>
  <p:tag name="KSO_WM_UNIT_SHOW_EDIT_AREA_INDICATION" val="1"/>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custom20205176_13*a*1"/>
  <p:tag name="KSO_WM_TEMPLATE_CATEGORY" val="custom"/>
  <p:tag name="KSO_WM_TEMPLATE_INDEX" val="20205176"/>
  <p:tag name="KSO_WM_UNIT_LAYERLEVEL" val="1"/>
  <p:tag name="KSO_WM_TAG_VERSION" val="1.0"/>
  <p:tag name="KSO_WM_BEAUTIFY_FLAG" val="#wm#"/>
  <p:tag name="KSO_WM_UNIT_ISNUMDGMTITLE" val="0"/>
</p:tagLst>
</file>

<file path=ppt/tags/tag209.xml><?xml version="1.0" encoding="utf-8"?>
<p:tagLst xmlns:p="http://schemas.openxmlformats.org/presentationml/2006/main">
  <p:tag name="KSO_WM_UNIT_PRESET_TEXT" val="单击此处添加正文"/>
  <p:tag name="KSO_WM_UNIT_NOCLEAR" val="0"/>
  <p:tag name="KSO_WM_UNIT_SHOW_EDIT_AREA_INDICATION" val="1"/>
  <p:tag name="KSO_WM_UNIT_VALUE" val="689"/>
  <p:tag name="KSO_WM_UNIT_HIGHLIGHT" val="0"/>
  <p:tag name="KSO_WM_UNIT_COMPATIBLE" val="0"/>
  <p:tag name="KSO_WM_UNIT_DIAGRAM_ISNUMVISUAL" val="0"/>
  <p:tag name="KSO_WM_UNIT_DIAGRAM_ISREFERUNIT" val="0"/>
  <p:tag name="KSO_WM_UNIT_TYPE" val="f"/>
  <p:tag name="KSO_WM_UNIT_INDEX" val="1"/>
  <p:tag name="KSO_WM_UNIT_ID" val="custom20205176_13*f*1"/>
  <p:tag name="KSO_WM_TEMPLATE_CATEGORY" val="custom"/>
  <p:tag name="KSO_WM_TEMPLATE_INDEX" val="20205176"/>
  <p:tag name="KSO_WM_UNIT_LAYERLEVEL" val="1"/>
  <p:tag name="KSO_WM_TAG_VERSION" val="1.0"/>
  <p:tag name="KSO_WM_BEAUTIFY_FLAG" val="#wm#"/>
</p:tagLst>
</file>

<file path=ppt/tags/tag210.xml><?xml version="1.0" encoding="utf-8"?>
<p:tagLst xmlns:p="http://schemas.openxmlformats.org/presentationml/2006/main">
  <p:tag name="KSO_WM_BEAUTIFY_FLAG" val="#wm#"/>
  <p:tag name="KSO_WM_TEMPLATE_CATEGORY" val="custom"/>
  <p:tag name="KSO_WM_TEMPLATE_INDEX" val="20205176"/>
  <p:tag name="KSO_WM_SLIDE_ID" val="custom20205176_13"/>
  <p:tag name="KSO_WM_TEMPLATE_SUBCATEGORY" val="19"/>
  <p:tag name="KSO_WM_TEMPLATE_MASTER_TYPE" val="0"/>
  <p:tag name="KSO_WM_TEMPLATE_COLOR_TYPE" val="1"/>
  <p:tag name="KSO_WM_SLIDE_ITEM_CNT" val="0"/>
  <p:tag name="KSO_WM_SLIDE_INDEX" val="13"/>
  <p:tag name="KSO_WM_TAG_VERSION" val="1.0"/>
  <p:tag name="KSO_WM_SLIDE_TYPE" val="text"/>
  <p:tag name="KSO_WM_SLIDE_SUBTYPE" val="pureTxt"/>
  <p:tag name="KSO_WM_SLIDE_SIZE" val="863*444"/>
  <p:tag name="KSO_WM_SLIDE_POSITION" val="47*47"/>
  <p:tag name="KSO_WM_SLIDE_LAYOUT" val="a_f"/>
  <p:tag name="KSO_WM_SLIDE_LAYOUT_CNT" val="1_1"/>
  <p:tag name="KSO_WM_UNIT_SHOW_EDIT_AREA_INDICATION" val="1"/>
</p:tagLst>
</file>

<file path=ppt/theme/theme1.xml><?xml version="1.0" encoding="utf-8"?>
<a:theme xmlns:a="http://schemas.openxmlformats.org/drawingml/2006/main" name="Office 主题​​">
  <a:themeElements>
    <a:clrScheme name="新版空白演示配色">
      <a:dk1>
        <a:srgbClr val="000000"/>
      </a:dk1>
      <a:lt1>
        <a:srgbClr val="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4886</Words>
  <Application>WPS 演示</Application>
  <PresentationFormat>宽屏</PresentationFormat>
  <Paragraphs>301</Paragraphs>
  <Slides>49</Slides>
  <Notes>4</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49</vt:i4>
      </vt:variant>
    </vt:vector>
  </HeadingPairs>
  <TitlesOfParts>
    <vt:vector size="57" baseType="lpstr">
      <vt:lpstr>Arial</vt:lpstr>
      <vt:lpstr>宋体</vt:lpstr>
      <vt:lpstr>Wingdings</vt:lpstr>
      <vt:lpstr>微软雅黑</vt:lpstr>
      <vt:lpstr>Wingdings</vt:lpstr>
      <vt:lpstr>Arial Unicode MS</vt:lpstr>
      <vt:lpstr>Calibri</vt:lpstr>
      <vt:lpstr>Office 主题​​</vt:lpstr>
      <vt:lpstr>CTF 入门指南（Crypto）</vt:lpstr>
      <vt:lpstr>杂耍与知识</vt:lpstr>
      <vt:lpstr>地图与彩蛋</vt:lpstr>
      <vt:lpstr>工具箱</vt:lpstr>
      <vt:lpstr>鸡叫与安全</vt:lpstr>
      <vt:lpstr>编码 vs 加密</vt:lpstr>
      <vt:lpstr>古典密码的把戏</vt:lpstr>
      <vt:lpstr>词频分析</vt:lpstr>
      <vt:lpstr>现代搬运工</vt:lpstr>
      <vt:lpstr>自定义编码？</vt:lpstr>
      <vt:lpstr>Demo1</vt:lpstr>
      <vt:lpstr>Demo2</vt:lpstr>
      <vt:lpstr>哈希：榨汁</vt:lpstr>
      <vt:lpstr>雪崩效应</vt:lpstr>
      <vt:lpstr>破解方法：撞</vt:lpstr>
      <vt:lpstr>Demo3</vt:lpstr>
      <vt:lpstr>Demo4：sha256 机制展示</vt:lpstr>
      <vt:lpstr>随机的真相</vt:lpstr>
      <vt:lpstr>如何模拟随机?</vt:lpstr>
      <vt:lpstr>MT19937</vt:lpstr>
      <vt:lpstr>Demo5：使用 randcrack 爆破</vt:lpstr>
      <vt:lpstr>生成模 n 整数的细节</vt:lpstr>
      <vt:lpstr>如何生成密码学安全的随机数？</vt:lpstr>
      <vt:lpstr>不安全的信道</vt:lpstr>
      <vt:lpstr>非对称加密：挂锁</vt:lpstr>
      <vt:lpstr>对称加密：流加密与块加密</vt:lpstr>
      <vt:lpstr>块加密的模式：ECB</vt:lpstr>
      <vt:lpstr>块加密的模式：CBC</vt:lpstr>
      <vt:lpstr>块加密的模式：CTR</vt:lpstr>
      <vt:lpstr>非对称加密：RSA</vt:lpstr>
      <vt:lpstr>RSA 利用了什么</vt:lpstr>
      <vt:lpstr>RSA 怎么做的？</vt:lpstr>
      <vt:lpstr>攻击手段：工具</vt:lpstr>
      <vt:lpstr>Demo6：</vt:lpstr>
      <vt:lpstr>逻辑手段</vt:lpstr>
      <vt:lpstr>Demo7：</vt:lpstr>
      <vt:lpstr>非对称加密：ECC</vt:lpstr>
      <vt:lpstr>ECC：台球游戏</vt:lpstr>
      <vt:lpstr>ECC：台球游戏</vt:lpstr>
      <vt:lpstr>ECC：台球游戏</vt:lpstr>
      <vt:lpstr>椭圆曲线上的离散对数问题</vt:lpstr>
      <vt:lpstr>Demo8：sagemath 翻译</vt:lpstr>
      <vt:lpstr>略微讲讲 smarts 攻击</vt:lpstr>
      <vt:lpstr>Demo 8.1：有趣的演示</vt:lpstr>
      <vt:lpstr>Feistel：可逆的混乱</vt:lpstr>
      <vt:lpstr>Demo8.5：类 DES 代码演示</vt:lpstr>
      <vt:lpstr>Demo9：AES 代码演示</vt:lpstr>
      <vt:lpstr>Demo10：SM4 及十轮选择明文攻击演示</vt:lpstr>
      <vt:lpstr>一些吹水（本篇没有涉及）</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wib</cp:lastModifiedBy>
  <cp:revision>229</cp:revision>
  <dcterms:created xsi:type="dcterms:W3CDTF">2019-06-19T02:08:00Z</dcterms:created>
  <dcterms:modified xsi:type="dcterms:W3CDTF">2026-01-12T05:15:26Z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2052-11.1.0.10009</vt:lpwstr>
  </property>
</Properties>
</file>